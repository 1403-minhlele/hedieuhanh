
<file path=[Content_Types].xml><?xml version="1.0" encoding="utf-8"?>
<Types xmlns="http://schemas.openxmlformats.org/package/2006/content-types">
  <Default Extension="bin" ContentType="application/vnd.openxmlformats-officedocument.oleObject"/>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0" roundtripDataSignature="AMtx7mj+Zthqe5KABBVEuramE3itXu44u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FC8D237-0BCE-4CB1-A5D8-B5AF70E7C675}">
  <a:tblStyle styleId="{AFC8D237-0BCE-4CB1-A5D8-B5AF70E7C67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223" autoAdjust="0"/>
  </p:normalViewPr>
  <p:slideViewPr>
    <p:cSldViewPr snapToGrid="0">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6" name="Google Shape;5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7" name="Google Shape;59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4" name="Google Shape;60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1" name="Google Shape;61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0" name="Google Shape;62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8" name="Google Shape;62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8" name="Google Shape;63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7" name="Google Shape;64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6" name="Google Shape;65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4" name="Google Shape;66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3" name="Google Shape;67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1" name="Google Shape;68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6" name="Google Shape;70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6" name="Google Shape;71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6" name="Google Shape;72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5" name="Google Shape;73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5" name="Google Shape;74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4" name="Google Shape;75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3" name="Google Shape;76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1" name="Google Shape;77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7" name="Google Shape;80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6" name="Google Shape;816;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5" name="Google Shape;825;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4" name="Google Shape;834;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3" name="Google Shape;843;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4" name="Google Shape;854;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5" name="Google Shape;865;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5" name="Google Shape;875;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4" name="Google Shape;884;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2" name="Google Shape;892;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1" name="Google Shape;90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Google Shape;908;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9" name="Google Shape;909;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9" name="Google Shape;919;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8" name="Google Shape;938;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6" name="Google Shape;976;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7" name="Google Shape;977;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7" name="Google Shape;987;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9" name="Google Shape;1029;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0" name="Google Shape;1030;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4" name="Google Shape;1074;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2" name="Google Shape;1082;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p:cNvGrpSpPr/>
        <p:nvPr/>
      </p:nvGrpSpPr>
      <p:grpSpPr>
        <a:xfrm>
          <a:off x="0" y="0"/>
          <a:ext cx="0" cy="0"/>
          <a:chOff x="0" y="0"/>
          <a:chExt cx="0" cy="0"/>
        </a:xfrm>
      </p:grpSpPr>
      <p:sp>
        <p:nvSpPr>
          <p:cNvPr id="1090" name="Google Shape;1090;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1" name="Google Shape;1091;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7"/>
        <p:cNvGrpSpPr/>
        <p:nvPr/>
      </p:nvGrpSpPr>
      <p:grpSpPr>
        <a:xfrm>
          <a:off x="0" y="0"/>
          <a:ext cx="0" cy="0"/>
          <a:chOff x="0" y="0"/>
          <a:chExt cx="0" cy="0"/>
        </a:xfrm>
      </p:grpSpPr>
      <p:sp>
        <p:nvSpPr>
          <p:cNvPr id="1098" name="Google Shape;1098;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9" name="Google Shape;1099;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6"/>
        <p:cNvGrpSpPr/>
        <p:nvPr/>
      </p:nvGrpSpPr>
      <p:grpSpPr>
        <a:xfrm>
          <a:off x="0" y="0"/>
          <a:ext cx="0" cy="0"/>
          <a:chOff x="0" y="0"/>
          <a:chExt cx="0" cy="0"/>
        </a:xfrm>
      </p:grpSpPr>
      <p:sp>
        <p:nvSpPr>
          <p:cNvPr id="1107" name="Google Shape;1107;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8" name="Google Shape;1108;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4"/>
        <p:cNvGrpSpPr/>
        <p:nvPr/>
      </p:nvGrpSpPr>
      <p:grpSpPr>
        <a:xfrm>
          <a:off x="0" y="0"/>
          <a:ext cx="0" cy="0"/>
          <a:chOff x="0" y="0"/>
          <a:chExt cx="0" cy="0"/>
        </a:xfrm>
      </p:grpSpPr>
      <p:sp>
        <p:nvSpPr>
          <p:cNvPr id="1115" name="Google Shape;1115;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6" name="Google Shape;1116;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p:cNvGrpSpPr/>
        <p:nvPr/>
      </p:nvGrpSpPr>
      <p:grpSpPr>
        <a:xfrm>
          <a:off x="0" y="0"/>
          <a:ext cx="0" cy="0"/>
          <a:chOff x="0" y="0"/>
          <a:chExt cx="0" cy="0"/>
        </a:xfrm>
      </p:grpSpPr>
      <p:sp>
        <p:nvSpPr>
          <p:cNvPr id="1124" name="Google Shape;1124;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5" name="Google Shape;1125;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p:cNvGrpSpPr/>
        <p:nvPr/>
      </p:nvGrpSpPr>
      <p:grpSpPr>
        <a:xfrm>
          <a:off x="0" y="0"/>
          <a:ext cx="0" cy="0"/>
          <a:chOff x="0" y="0"/>
          <a:chExt cx="0" cy="0"/>
        </a:xfrm>
      </p:grpSpPr>
      <p:sp>
        <p:nvSpPr>
          <p:cNvPr id="1133" name="Google Shape;1133;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4" name="Google Shape;1134;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0"/>
        <p:cNvGrpSpPr/>
        <p:nvPr/>
      </p:nvGrpSpPr>
      <p:grpSpPr>
        <a:xfrm>
          <a:off x="0" y="0"/>
          <a:ext cx="0" cy="0"/>
          <a:chOff x="0" y="0"/>
          <a:chExt cx="0" cy="0"/>
        </a:xfrm>
      </p:grpSpPr>
      <p:sp>
        <p:nvSpPr>
          <p:cNvPr id="1141" name="Google Shape;1141;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2" name="Google Shape;1142;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9"/>
        <p:cNvGrpSpPr/>
        <p:nvPr/>
      </p:nvGrpSpPr>
      <p:grpSpPr>
        <a:xfrm>
          <a:off x="0" y="0"/>
          <a:ext cx="0" cy="0"/>
          <a:chOff x="0" y="0"/>
          <a:chExt cx="0" cy="0"/>
        </a:xfrm>
      </p:grpSpPr>
      <p:sp>
        <p:nvSpPr>
          <p:cNvPr id="1150" name="Google Shape;1150;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1" name="Google Shape;1151;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7"/>
        <p:cNvGrpSpPr/>
        <p:nvPr/>
      </p:nvGrpSpPr>
      <p:grpSpPr>
        <a:xfrm>
          <a:off x="0" y="0"/>
          <a:ext cx="0" cy="0"/>
          <a:chOff x="0" y="0"/>
          <a:chExt cx="0" cy="0"/>
        </a:xfrm>
      </p:grpSpPr>
      <p:sp>
        <p:nvSpPr>
          <p:cNvPr id="1158" name="Google Shape;1158;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9" name="Google Shape;1159;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5"/>
        <p:cNvGrpSpPr/>
        <p:nvPr/>
      </p:nvGrpSpPr>
      <p:grpSpPr>
        <a:xfrm>
          <a:off x="0" y="0"/>
          <a:ext cx="0" cy="0"/>
          <a:chOff x="0" y="0"/>
          <a:chExt cx="0" cy="0"/>
        </a:xfrm>
      </p:grpSpPr>
      <p:sp>
        <p:nvSpPr>
          <p:cNvPr id="1166" name="Google Shape;1166;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7" name="Google Shape;1167;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4"/>
        <p:cNvGrpSpPr/>
        <p:nvPr/>
      </p:nvGrpSpPr>
      <p:grpSpPr>
        <a:xfrm>
          <a:off x="0" y="0"/>
          <a:ext cx="0" cy="0"/>
          <a:chOff x="0" y="0"/>
          <a:chExt cx="0" cy="0"/>
        </a:xfrm>
      </p:grpSpPr>
      <p:sp>
        <p:nvSpPr>
          <p:cNvPr id="1175" name="Google Shape;1175;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6" name="Google Shape;1176;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3"/>
        <p:cNvGrpSpPr/>
        <p:nvPr/>
      </p:nvGrpSpPr>
      <p:grpSpPr>
        <a:xfrm>
          <a:off x="0" y="0"/>
          <a:ext cx="0" cy="0"/>
          <a:chOff x="0" y="0"/>
          <a:chExt cx="0" cy="0"/>
        </a:xfrm>
      </p:grpSpPr>
      <p:sp>
        <p:nvSpPr>
          <p:cNvPr id="1184" name="Google Shape;1184;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5" name="Google Shape;1185;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2"/>
        <p:cNvGrpSpPr/>
        <p:nvPr/>
      </p:nvGrpSpPr>
      <p:grpSpPr>
        <a:xfrm>
          <a:off x="0" y="0"/>
          <a:ext cx="0" cy="0"/>
          <a:chOff x="0" y="0"/>
          <a:chExt cx="0" cy="0"/>
        </a:xfrm>
      </p:grpSpPr>
      <p:sp>
        <p:nvSpPr>
          <p:cNvPr id="1203" name="Google Shape;1203;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4" name="Google Shape;1204;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1"/>
        <p:cNvGrpSpPr/>
        <p:nvPr/>
      </p:nvGrpSpPr>
      <p:grpSpPr>
        <a:xfrm>
          <a:off x="0" y="0"/>
          <a:ext cx="0" cy="0"/>
          <a:chOff x="0" y="0"/>
          <a:chExt cx="0" cy="0"/>
        </a:xfrm>
      </p:grpSpPr>
      <p:sp>
        <p:nvSpPr>
          <p:cNvPr id="1212" name="Google Shape;1212;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3" name="Google Shape;1213;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7"/>
        <p:cNvGrpSpPr/>
        <p:nvPr/>
      </p:nvGrpSpPr>
      <p:grpSpPr>
        <a:xfrm>
          <a:off x="0" y="0"/>
          <a:ext cx="0" cy="0"/>
          <a:chOff x="0" y="0"/>
          <a:chExt cx="0" cy="0"/>
        </a:xfrm>
      </p:grpSpPr>
      <p:sp>
        <p:nvSpPr>
          <p:cNvPr id="1238" name="Google Shape;1238;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9" name="Google Shape;1239;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6"/>
        <p:cNvGrpSpPr/>
        <p:nvPr/>
      </p:nvGrpSpPr>
      <p:grpSpPr>
        <a:xfrm>
          <a:off x="0" y="0"/>
          <a:ext cx="0" cy="0"/>
          <a:chOff x="0" y="0"/>
          <a:chExt cx="0" cy="0"/>
        </a:xfrm>
      </p:grpSpPr>
      <p:sp>
        <p:nvSpPr>
          <p:cNvPr id="1257" name="Google Shape;1257;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8" name="Google Shape;1258;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5"/>
        <p:cNvGrpSpPr/>
        <p:nvPr/>
      </p:nvGrpSpPr>
      <p:grpSpPr>
        <a:xfrm>
          <a:off x="0" y="0"/>
          <a:ext cx="0" cy="0"/>
          <a:chOff x="0" y="0"/>
          <a:chExt cx="0" cy="0"/>
        </a:xfrm>
      </p:grpSpPr>
      <p:sp>
        <p:nvSpPr>
          <p:cNvPr id="1266" name="Google Shape;1266;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7" name="Google Shape;1267;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3"/>
        <p:cNvGrpSpPr/>
        <p:nvPr/>
      </p:nvGrpSpPr>
      <p:grpSpPr>
        <a:xfrm>
          <a:off x="0" y="0"/>
          <a:ext cx="0" cy="0"/>
          <a:chOff x="0" y="0"/>
          <a:chExt cx="0" cy="0"/>
        </a:xfrm>
      </p:grpSpPr>
      <p:sp>
        <p:nvSpPr>
          <p:cNvPr id="1274" name="Google Shape;1274;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5" name="Google Shape;1275;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3"/>
        <p:cNvGrpSpPr/>
        <p:nvPr/>
      </p:nvGrpSpPr>
      <p:grpSpPr>
        <a:xfrm>
          <a:off x="0" y="0"/>
          <a:ext cx="0" cy="0"/>
          <a:chOff x="0" y="0"/>
          <a:chExt cx="0" cy="0"/>
        </a:xfrm>
      </p:grpSpPr>
      <p:sp>
        <p:nvSpPr>
          <p:cNvPr id="1284" name="Google Shape;1284;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5" name="Google Shape;1285;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3"/>
        <p:cNvGrpSpPr/>
        <p:nvPr/>
      </p:nvGrpSpPr>
      <p:grpSpPr>
        <a:xfrm>
          <a:off x="0" y="0"/>
          <a:ext cx="0" cy="0"/>
          <a:chOff x="0" y="0"/>
          <a:chExt cx="0" cy="0"/>
        </a:xfrm>
      </p:grpSpPr>
      <p:sp>
        <p:nvSpPr>
          <p:cNvPr id="1294" name="Google Shape;1294;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5" name="Google Shape;1295;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3"/>
        <p:cNvGrpSpPr/>
        <p:nvPr/>
      </p:nvGrpSpPr>
      <p:grpSpPr>
        <a:xfrm>
          <a:off x="0" y="0"/>
          <a:ext cx="0" cy="0"/>
          <a:chOff x="0" y="0"/>
          <a:chExt cx="0" cy="0"/>
        </a:xfrm>
      </p:grpSpPr>
      <p:sp>
        <p:nvSpPr>
          <p:cNvPr id="1304" name="Google Shape;1304;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5" name="Google Shape;1305;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1"/>
        <p:cNvGrpSpPr/>
        <p:nvPr/>
      </p:nvGrpSpPr>
      <p:grpSpPr>
        <a:xfrm>
          <a:off x="0" y="0"/>
          <a:ext cx="0" cy="0"/>
          <a:chOff x="0" y="0"/>
          <a:chExt cx="0" cy="0"/>
        </a:xfrm>
      </p:grpSpPr>
      <p:sp>
        <p:nvSpPr>
          <p:cNvPr id="1312" name="Google Shape;1312;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3" name="Google Shape;1313;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9"/>
        <p:cNvGrpSpPr/>
        <p:nvPr/>
      </p:nvGrpSpPr>
      <p:grpSpPr>
        <a:xfrm>
          <a:off x="0" y="0"/>
          <a:ext cx="0" cy="0"/>
          <a:chOff x="0" y="0"/>
          <a:chExt cx="0" cy="0"/>
        </a:xfrm>
      </p:grpSpPr>
      <p:sp>
        <p:nvSpPr>
          <p:cNvPr id="1320" name="Google Shape;1320;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1" name="Google Shape;1321;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7"/>
        <p:cNvGrpSpPr/>
        <p:nvPr/>
      </p:nvGrpSpPr>
      <p:grpSpPr>
        <a:xfrm>
          <a:off x="0" y="0"/>
          <a:ext cx="0" cy="0"/>
          <a:chOff x="0" y="0"/>
          <a:chExt cx="0" cy="0"/>
        </a:xfrm>
      </p:grpSpPr>
      <p:sp>
        <p:nvSpPr>
          <p:cNvPr id="1328" name="Google Shape;1328;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9" name="Google Shape;1329;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6"/>
        <p:cNvGrpSpPr/>
        <p:nvPr/>
      </p:nvGrpSpPr>
      <p:grpSpPr>
        <a:xfrm>
          <a:off x="0" y="0"/>
          <a:ext cx="0" cy="0"/>
          <a:chOff x="0" y="0"/>
          <a:chExt cx="0" cy="0"/>
        </a:xfrm>
      </p:grpSpPr>
      <p:sp>
        <p:nvSpPr>
          <p:cNvPr id="1337" name="Google Shape;1337;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8" name="Google Shape;1338;p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9" name="Google Shape;1339;p6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êu đề">
  <p:cSld name="Tiêu đề">
    <p:spTree>
      <p:nvGrpSpPr>
        <p:cNvPr id="1" name="Shape 15"/>
        <p:cNvGrpSpPr/>
        <p:nvPr/>
      </p:nvGrpSpPr>
      <p:grpSpPr>
        <a:xfrm>
          <a:off x="0" y="0"/>
          <a:ext cx="0" cy="0"/>
          <a:chOff x="0" y="0"/>
          <a:chExt cx="0" cy="0"/>
        </a:xfrm>
      </p:grpSpPr>
      <p:sp>
        <p:nvSpPr>
          <p:cNvPr id="16" name="Google Shape;16;p66"/>
          <p:cNvSpPr txBox="1">
            <a:spLocks noGrp="1"/>
          </p:cNvSpPr>
          <p:nvPr>
            <p:ph type="ftr" idx="11"/>
          </p:nvPr>
        </p:nvSpPr>
        <p:spPr>
          <a:xfrm>
            <a:off x="2353680" y="6480629"/>
            <a:ext cx="4288103" cy="23677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66"/>
          <p:cNvSpPr/>
          <p:nvPr/>
        </p:nvSpPr>
        <p:spPr>
          <a:xfrm rot="10800000">
            <a:off x="-1" y="0"/>
            <a:ext cx="12192000" cy="6858000"/>
          </a:xfrm>
          <a:custGeom>
            <a:avLst/>
            <a:gdLst/>
            <a:ahLst/>
            <a:cxnLst/>
            <a:rect l="l" t="t" r="r" b="b"/>
            <a:pathLst>
              <a:path w="12192000" h="6858000" extrusionOk="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 name="Google Shape;18;p66"/>
          <p:cNvSpPr/>
          <p:nvPr/>
        </p:nvSpPr>
        <p:spPr>
          <a:xfrm rot="10800000">
            <a:off x="0" y="0"/>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nvGrpSpPr>
          <p:cNvPr id="19" name="Google Shape;19;p66"/>
          <p:cNvGrpSpPr/>
          <p:nvPr/>
        </p:nvGrpSpPr>
        <p:grpSpPr>
          <a:xfrm>
            <a:off x="58527" y="40944"/>
            <a:ext cx="2869771" cy="1563379"/>
            <a:chOff x="44879" y="27296"/>
            <a:chExt cx="2869771" cy="1563379"/>
          </a:xfrm>
        </p:grpSpPr>
        <p:cxnSp>
          <p:nvCxnSpPr>
            <p:cNvPr id="20" name="Google Shape;20;p66"/>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21" name="Google Shape;21;p66"/>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22" name="Google Shape;22;p66"/>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23" name="Google Shape;23;p66"/>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nvGrpSpPr>
          <p:cNvPr id="24" name="Google Shape;24;p66"/>
          <p:cNvGrpSpPr/>
          <p:nvPr/>
        </p:nvGrpSpPr>
        <p:grpSpPr>
          <a:xfrm rot="10800000">
            <a:off x="9263702" y="5253677"/>
            <a:ext cx="2869771" cy="1563379"/>
            <a:chOff x="44879" y="27296"/>
            <a:chExt cx="2869771" cy="1563379"/>
          </a:xfrm>
        </p:grpSpPr>
        <p:cxnSp>
          <p:nvCxnSpPr>
            <p:cNvPr id="25" name="Google Shape;25;p66"/>
            <p:cNvCxnSpPr/>
            <p:nvPr/>
          </p:nvCxnSpPr>
          <p:spPr>
            <a:xfrm rot="10800000">
              <a:off x="766351" y="34631"/>
              <a:ext cx="2148299" cy="0"/>
            </a:xfrm>
            <a:prstGeom prst="straightConnector1">
              <a:avLst/>
            </a:prstGeom>
            <a:noFill/>
            <a:ln w="38100" cap="rnd" cmpd="sng">
              <a:solidFill>
                <a:srgbClr val="00C6FF"/>
              </a:solidFill>
              <a:prstDash val="solid"/>
              <a:round/>
              <a:headEnd type="none" w="sm" len="sm"/>
              <a:tailEnd type="none" w="sm" len="sm"/>
            </a:ln>
          </p:spPr>
        </p:cxnSp>
        <p:cxnSp>
          <p:nvCxnSpPr>
            <p:cNvPr id="26" name="Google Shape;26;p66"/>
            <p:cNvCxnSpPr/>
            <p:nvPr/>
          </p:nvCxnSpPr>
          <p:spPr>
            <a:xfrm flipH="1">
              <a:off x="44879" y="27296"/>
              <a:ext cx="737495" cy="644210"/>
            </a:xfrm>
            <a:prstGeom prst="straightConnector1">
              <a:avLst/>
            </a:prstGeom>
            <a:noFill/>
            <a:ln w="38100" cap="rnd" cmpd="sng">
              <a:solidFill>
                <a:srgbClr val="00C6FF"/>
              </a:solidFill>
              <a:prstDash val="solid"/>
              <a:round/>
              <a:headEnd type="none" w="sm" len="sm"/>
              <a:tailEnd type="none" w="sm" len="sm"/>
            </a:ln>
          </p:spPr>
        </p:cxnSp>
        <p:cxnSp>
          <p:nvCxnSpPr>
            <p:cNvPr id="27" name="Google Shape;27;p66"/>
            <p:cNvCxnSpPr/>
            <p:nvPr/>
          </p:nvCxnSpPr>
          <p:spPr>
            <a:xfrm rot="10800000">
              <a:off x="52214" y="654128"/>
              <a:ext cx="0" cy="936547"/>
            </a:xfrm>
            <a:prstGeom prst="straightConnector1">
              <a:avLst/>
            </a:prstGeom>
            <a:noFill/>
            <a:ln w="38100" cap="rnd" cmpd="sng">
              <a:solidFill>
                <a:srgbClr val="00C6FF"/>
              </a:solidFill>
              <a:prstDash val="solid"/>
              <a:round/>
              <a:headEnd type="none" w="sm" len="sm"/>
              <a:tailEnd type="none" w="sm" len="sm"/>
            </a:ln>
          </p:spPr>
        </p:cxnSp>
      </p:grpSp>
      <p:sp>
        <p:nvSpPr>
          <p:cNvPr id="28" name="Google Shape;28;p66"/>
          <p:cNvSpPr/>
          <p:nvPr/>
        </p:nvSpPr>
        <p:spPr>
          <a:xfrm flipH="1">
            <a:off x="5441009" y="0"/>
            <a:ext cx="6750991" cy="304800"/>
          </a:xfrm>
          <a:custGeom>
            <a:avLst/>
            <a:gdLst/>
            <a:ahLst/>
            <a:cxnLst/>
            <a:rect l="l" t="t" r="r" b="b"/>
            <a:pathLst>
              <a:path w="6750991" h="304800" extrusionOk="0">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4705"/>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9" name="Google Shape;29;p66"/>
          <p:cNvSpPr/>
          <p:nvPr/>
        </p:nvSpPr>
        <p:spPr>
          <a:xfrm rot="10800000" flipH="1">
            <a:off x="0" y="6553200"/>
            <a:ext cx="6750991" cy="304800"/>
          </a:xfrm>
          <a:custGeom>
            <a:avLst/>
            <a:gdLst/>
            <a:ahLst/>
            <a:cxnLst/>
            <a:rect l="l" t="t" r="r" b="b"/>
            <a:pathLst>
              <a:path w="6750991" h="304800" extrusionOk="0">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4705"/>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30" name="Google Shape;30;p66" descr="A picture containing clipart, vector graphics&#10;&#10;Description automatically generated"/>
          <p:cNvPicPr preferRelativeResize="0"/>
          <p:nvPr/>
        </p:nvPicPr>
        <p:blipFill rotWithShape="1">
          <a:blip r:embed="rId3">
            <a:alphaModFix/>
          </a:blip>
          <a:srcRect/>
          <a:stretch/>
        </p:blipFill>
        <p:spPr>
          <a:xfrm>
            <a:off x="412638" y="362637"/>
            <a:ext cx="544288" cy="450213"/>
          </a:xfrm>
          <a:prstGeom prst="rect">
            <a:avLst/>
          </a:prstGeom>
          <a:noFill/>
          <a:ln>
            <a:noFill/>
          </a:ln>
        </p:spPr>
      </p:pic>
      <p:sp>
        <p:nvSpPr>
          <p:cNvPr id="31" name="Google Shape;31;p66"/>
          <p:cNvSpPr txBox="1"/>
          <p:nvPr/>
        </p:nvSpPr>
        <p:spPr>
          <a:xfrm>
            <a:off x="956926" y="326133"/>
            <a:ext cx="3996607" cy="52322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400" b="0" i="0" u="none" strike="noStrike" cap="none">
                <a:solidFill>
                  <a:srgbClr val="000046"/>
                </a:solidFill>
                <a:latin typeface="Arial"/>
                <a:ea typeface="Arial"/>
                <a:cs typeface="Arial"/>
                <a:sym typeface="Arial"/>
              </a:rPr>
              <a:t>ĐẠI HỌC QUỐC GIA TP. HỒ CHÍ MINH</a:t>
            </a:r>
            <a:endParaRPr/>
          </a:p>
          <a:p>
            <a:pPr marL="0" marR="0" lvl="0" indent="0" algn="l" rtl="0">
              <a:spcBef>
                <a:spcPts val="0"/>
              </a:spcBef>
              <a:spcAft>
                <a:spcPts val="0"/>
              </a:spcAft>
              <a:buNone/>
            </a:pPr>
            <a:r>
              <a:rPr lang="en-US" sz="1400" b="1">
                <a:solidFill>
                  <a:srgbClr val="000046"/>
                </a:solidFill>
                <a:latin typeface="Arial"/>
                <a:ea typeface="Arial"/>
                <a:cs typeface="Arial"/>
                <a:sym typeface="Arial"/>
              </a:rPr>
              <a:t>TRƯỜNG ĐẠI HỌC CÔNG NGHỆ THÔNG TIN</a:t>
            </a:r>
            <a:endParaRPr/>
          </a:p>
        </p:txBody>
      </p:sp>
      <p:sp>
        <p:nvSpPr>
          <p:cNvPr id="32" name="Google Shape;32;p66"/>
          <p:cNvSpPr/>
          <p:nvPr/>
        </p:nvSpPr>
        <p:spPr>
          <a:xfrm>
            <a:off x="105836" y="6604291"/>
            <a:ext cx="233916" cy="23391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33" name="Google Shape;33;p66"/>
          <p:cNvSpPr txBox="1">
            <a:spLocks noGrp="1"/>
          </p:cNvSpPr>
          <p:nvPr>
            <p:ph type="sldNum" idx="12"/>
          </p:nvPr>
        </p:nvSpPr>
        <p:spPr>
          <a:xfrm>
            <a:off x="75604" y="6587552"/>
            <a:ext cx="291600" cy="291600"/>
          </a:xfrm>
          <a:prstGeom prst="rect">
            <a:avLst/>
          </a:prstGeom>
          <a:noFill/>
          <a:ln>
            <a:noFill/>
          </a:ln>
        </p:spPr>
        <p:txBody>
          <a:bodyPr spcFirstLastPara="1" wrap="square" lIns="91425" tIns="45700" rIns="91425" bIns="45700" anchor="ctr" anchorCtr="0">
            <a:noAutofit/>
          </a:bodyPr>
          <a:lstStyle>
            <a:lvl1pPr marL="0" marR="0" lvl="0" indent="0" algn="ctr">
              <a:spcBef>
                <a:spcPts val="0"/>
              </a:spcBef>
              <a:buNone/>
              <a:defRPr sz="700" b="0" i="0" u="none" strike="noStrike" cap="none">
                <a:solidFill>
                  <a:schemeClr val="dk1"/>
                </a:solidFill>
                <a:latin typeface="Arial"/>
                <a:ea typeface="Arial"/>
                <a:cs typeface="Arial"/>
                <a:sym typeface="Arial"/>
              </a:defRPr>
            </a:lvl1pPr>
            <a:lvl2pPr marL="0" marR="0" lvl="1" indent="0" algn="ctr">
              <a:spcBef>
                <a:spcPts val="0"/>
              </a:spcBef>
              <a:buNone/>
              <a:defRPr sz="700" b="0" i="0" u="none" strike="noStrike" cap="none">
                <a:solidFill>
                  <a:schemeClr val="dk1"/>
                </a:solidFill>
                <a:latin typeface="Arial"/>
                <a:ea typeface="Arial"/>
                <a:cs typeface="Arial"/>
                <a:sym typeface="Arial"/>
              </a:defRPr>
            </a:lvl2pPr>
            <a:lvl3pPr marL="0" marR="0" lvl="2" indent="0" algn="ctr">
              <a:spcBef>
                <a:spcPts val="0"/>
              </a:spcBef>
              <a:buNone/>
              <a:defRPr sz="700" b="0" i="0" u="none" strike="noStrike" cap="none">
                <a:solidFill>
                  <a:schemeClr val="dk1"/>
                </a:solidFill>
                <a:latin typeface="Arial"/>
                <a:ea typeface="Arial"/>
                <a:cs typeface="Arial"/>
                <a:sym typeface="Arial"/>
              </a:defRPr>
            </a:lvl3pPr>
            <a:lvl4pPr marL="0" marR="0" lvl="3" indent="0" algn="ctr">
              <a:spcBef>
                <a:spcPts val="0"/>
              </a:spcBef>
              <a:buNone/>
              <a:defRPr sz="700" b="0" i="0" u="none" strike="noStrike" cap="none">
                <a:solidFill>
                  <a:schemeClr val="dk1"/>
                </a:solidFill>
                <a:latin typeface="Arial"/>
                <a:ea typeface="Arial"/>
                <a:cs typeface="Arial"/>
                <a:sym typeface="Arial"/>
              </a:defRPr>
            </a:lvl4pPr>
            <a:lvl5pPr marL="0" marR="0" lvl="4" indent="0" algn="ctr">
              <a:spcBef>
                <a:spcPts val="0"/>
              </a:spcBef>
              <a:buNone/>
              <a:defRPr sz="700" b="0" i="0" u="none" strike="noStrike" cap="none">
                <a:solidFill>
                  <a:schemeClr val="dk1"/>
                </a:solidFill>
                <a:latin typeface="Arial"/>
                <a:ea typeface="Arial"/>
                <a:cs typeface="Arial"/>
                <a:sym typeface="Arial"/>
              </a:defRPr>
            </a:lvl5pPr>
            <a:lvl6pPr marL="0" marR="0" lvl="5" indent="0" algn="ctr">
              <a:spcBef>
                <a:spcPts val="0"/>
              </a:spcBef>
              <a:buNone/>
              <a:defRPr sz="700" b="0" i="0" u="none" strike="noStrike" cap="none">
                <a:solidFill>
                  <a:schemeClr val="dk1"/>
                </a:solidFill>
                <a:latin typeface="Arial"/>
                <a:ea typeface="Arial"/>
                <a:cs typeface="Arial"/>
                <a:sym typeface="Arial"/>
              </a:defRPr>
            </a:lvl6pPr>
            <a:lvl7pPr marL="0" marR="0" lvl="6" indent="0" algn="ctr">
              <a:spcBef>
                <a:spcPts val="0"/>
              </a:spcBef>
              <a:buNone/>
              <a:defRPr sz="700" b="0" i="0" u="none" strike="noStrike" cap="none">
                <a:solidFill>
                  <a:schemeClr val="dk1"/>
                </a:solidFill>
                <a:latin typeface="Arial"/>
                <a:ea typeface="Arial"/>
                <a:cs typeface="Arial"/>
                <a:sym typeface="Arial"/>
              </a:defRPr>
            </a:lvl7pPr>
            <a:lvl8pPr marL="0" marR="0" lvl="7" indent="0" algn="ctr">
              <a:spcBef>
                <a:spcPts val="0"/>
              </a:spcBef>
              <a:buNone/>
              <a:defRPr sz="700" b="0" i="0" u="none" strike="noStrike" cap="none">
                <a:solidFill>
                  <a:schemeClr val="dk1"/>
                </a:solidFill>
                <a:latin typeface="Arial"/>
                <a:ea typeface="Arial"/>
                <a:cs typeface="Arial"/>
                <a:sym typeface="Arial"/>
              </a:defRPr>
            </a:lvl8pPr>
            <a:lvl9pPr marL="0" marR="0" lvl="8" indent="0" algn="ctr">
              <a:spcBef>
                <a:spcPts val="0"/>
              </a:spcBef>
              <a:buNone/>
              <a:defRPr sz="7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34" name="Google Shape;34;p66"/>
          <p:cNvSpPr txBox="1">
            <a:spLocks noGrp="1"/>
          </p:cNvSpPr>
          <p:nvPr>
            <p:ph type="body" idx="1"/>
          </p:nvPr>
        </p:nvSpPr>
        <p:spPr>
          <a:xfrm>
            <a:off x="1850807" y="2208158"/>
            <a:ext cx="8490387" cy="696165"/>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rgbClr val="000046"/>
              </a:buClr>
              <a:buSzPts val="4400"/>
              <a:buNone/>
              <a:defRPr sz="4400" b="1">
                <a:solidFill>
                  <a:srgbClr val="000046"/>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66"/>
          <p:cNvSpPr txBox="1">
            <a:spLocks noGrp="1"/>
          </p:cNvSpPr>
          <p:nvPr>
            <p:ph type="body" idx="2"/>
          </p:nvPr>
        </p:nvSpPr>
        <p:spPr>
          <a:xfrm>
            <a:off x="876991" y="3039455"/>
            <a:ext cx="10438019" cy="459447"/>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rgbClr val="000046"/>
              </a:buClr>
              <a:buSzPts val="2800"/>
              <a:buNone/>
              <a:defRPr sz="2800" b="1">
                <a:solidFill>
                  <a:srgbClr val="000046"/>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66"/>
          <p:cNvSpPr txBox="1">
            <a:spLocks noGrp="1"/>
          </p:cNvSpPr>
          <p:nvPr>
            <p:ph type="body" idx="3"/>
          </p:nvPr>
        </p:nvSpPr>
        <p:spPr>
          <a:xfrm>
            <a:off x="4680970" y="4963048"/>
            <a:ext cx="2830058" cy="345005"/>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chemeClr val="lt1"/>
              </a:buClr>
              <a:buSzPts val="1400"/>
              <a:buNone/>
              <a:defRPr sz="1400" b="1" i="0">
                <a:solidFill>
                  <a:schemeClr val="lt1"/>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66"/>
          <p:cNvSpPr txBox="1">
            <a:spLocks noGrp="1"/>
          </p:cNvSpPr>
          <p:nvPr>
            <p:ph type="body" idx="4"/>
          </p:nvPr>
        </p:nvSpPr>
        <p:spPr>
          <a:xfrm>
            <a:off x="1850807" y="3630811"/>
            <a:ext cx="8490387" cy="644210"/>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rgbClr val="A5A5A5"/>
              </a:buClr>
              <a:buSzPts val="1200"/>
              <a:buNone/>
              <a:defRPr sz="1200">
                <a:solidFill>
                  <a:srgbClr val="A5A5A5"/>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66"/>
          <p:cNvSpPr txBox="1">
            <a:spLocks noGrp="1"/>
          </p:cNvSpPr>
          <p:nvPr>
            <p:ph type="dt" idx="10"/>
          </p:nvPr>
        </p:nvSpPr>
        <p:spPr>
          <a:xfrm>
            <a:off x="6767806" y="6476999"/>
            <a:ext cx="2495896" cy="23676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6"/>
          <p:cNvSpPr/>
          <p:nvPr/>
        </p:nvSpPr>
        <p:spPr>
          <a:xfrm rot="10800000">
            <a:off x="-1" y="0"/>
            <a:ext cx="12192000" cy="6858000"/>
          </a:xfrm>
          <a:custGeom>
            <a:avLst/>
            <a:gdLst/>
            <a:ahLst/>
            <a:cxnLst/>
            <a:rect l="l" t="t" r="r" b="b"/>
            <a:pathLst>
              <a:path w="12192000" h="6858000" extrusionOk="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 name="Google Shape;40;p66"/>
          <p:cNvSpPr/>
          <p:nvPr/>
        </p:nvSpPr>
        <p:spPr>
          <a:xfrm rot="10800000">
            <a:off x="0" y="0"/>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41" name="Google Shape;41;p66"/>
          <p:cNvGrpSpPr/>
          <p:nvPr/>
        </p:nvGrpSpPr>
        <p:grpSpPr>
          <a:xfrm>
            <a:off x="58527" y="40944"/>
            <a:ext cx="2869771" cy="1563379"/>
            <a:chOff x="44879" y="27296"/>
            <a:chExt cx="2869771" cy="1563379"/>
          </a:xfrm>
        </p:grpSpPr>
        <p:cxnSp>
          <p:nvCxnSpPr>
            <p:cNvPr id="42" name="Google Shape;42;p66"/>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43" name="Google Shape;43;p66"/>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44" name="Google Shape;44;p66"/>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45" name="Google Shape;45;p66"/>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46" name="Google Shape;46;p66"/>
          <p:cNvGrpSpPr/>
          <p:nvPr/>
        </p:nvGrpSpPr>
        <p:grpSpPr>
          <a:xfrm rot="10800000">
            <a:off x="9263702" y="5253677"/>
            <a:ext cx="2869771" cy="1563379"/>
            <a:chOff x="44879" y="27296"/>
            <a:chExt cx="2869771" cy="1563379"/>
          </a:xfrm>
        </p:grpSpPr>
        <p:cxnSp>
          <p:nvCxnSpPr>
            <p:cNvPr id="47" name="Google Shape;47;p66"/>
            <p:cNvCxnSpPr/>
            <p:nvPr/>
          </p:nvCxnSpPr>
          <p:spPr>
            <a:xfrm rot="10800000">
              <a:off x="766351" y="34631"/>
              <a:ext cx="2148299" cy="0"/>
            </a:xfrm>
            <a:prstGeom prst="straightConnector1">
              <a:avLst/>
            </a:prstGeom>
            <a:noFill/>
            <a:ln w="38100" cap="rnd" cmpd="sng">
              <a:solidFill>
                <a:srgbClr val="00C6FF"/>
              </a:solidFill>
              <a:prstDash val="solid"/>
              <a:round/>
              <a:headEnd type="none" w="sm" len="sm"/>
              <a:tailEnd type="none" w="sm" len="sm"/>
            </a:ln>
          </p:spPr>
        </p:cxnSp>
        <p:cxnSp>
          <p:nvCxnSpPr>
            <p:cNvPr id="48" name="Google Shape;48;p66"/>
            <p:cNvCxnSpPr/>
            <p:nvPr/>
          </p:nvCxnSpPr>
          <p:spPr>
            <a:xfrm flipH="1">
              <a:off x="44879" y="27296"/>
              <a:ext cx="737495" cy="644210"/>
            </a:xfrm>
            <a:prstGeom prst="straightConnector1">
              <a:avLst/>
            </a:prstGeom>
            <a:noFill/>
            <a:ln w="38100" cap="rnd" cmpd="sng">
              <a:solidFill>
                <a:srgbClr val="00C6FF"/>
              </a:solidFill>
              <a:prstDash val="solid"/>
              <a:round/>
              <a:headEnd type="none" w="sm" len="sm"/>
              <a:tailEnd type="none" w="sm" len="sm"/>
            </a:ln>
          </p:spPr>
        </p:cxnSp>
        <p:cxnSp>
          <p:nvCxnSpPr>
            <p:cNvPr id="49" name="Google Shape;49;p66"/>
            <p:cNvCxnSpPr/>
            <p:nvPr/>
          </p:nvCxnSpPr>
          <p:spPr>
            <a:xfrm rot="10800000">
              <a:off x="52214" y="654128"/>
              <a:ext cx="0" cy="936547"/>
            </a:xfrm>
            <a:prstGeom prst="straightConnector1">
              <a:avLst/>
            </a:prstGeom>
            <a:noFill/>
            <a:ln w="38100" cap="rnd" cmpd="sng">
              <a:solidFill>
                <a:srgbClr val="00C6FF"/>
              </a:solidFill>
              <a:prstDash val="solid"/>
              <a:round/>
              <a:headEnd type="none" w="sm" len="sm"/>
              <a:tailEnd type="none" w="sm" len="sm"/>
            </a:ln>
          </p:spPr>
        </p:cxnSp>
      </p:grpSp>
      <p:sp>
        <p:nvSpPr>
          <p:cNvPr id="50" name="Google Shape;50;p66"/>
          <p:cNvSpPr/>
          <p:nvPr/>
        </p:nvSpPr>
        <p:spPr>
          <a:xfrm flipH="1">
            <a:off x="5441009" y="0"/>
            <a:ext cx="6750991" cy="304800"/>
          </a:xfrm>
          <a:custGeom>
            <a:avLst/>
            <a:gdLst/>
            <a:ahLst/>
            <a:cxnLst/>
            <a:rect l="l" t="t" r="r" b="b"/>
            <a:pathLst>
              <a:path w="6750991" h="304800" extrusionOk="0">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4705"/>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 name="Google Shape;51;p66"/>
          <p:cNvSpPr/>
          <p:nvPr/>
        </p:nvSpPr>
        <p:spPr>
          <a:xfrm rot="10800000" flipH="1">
            <a:off x="0" y="6553200"/>
            <a:ext cx="6750991" cy="304800"/>
          </a:xfrm>
          <a:custGeom>
            <a:avLst/>
            <a:gdLst/>
            <a:ahLst/>
            <a:cxnLst/>
            <a:rect l="l" t="t" r="r" b="b"/>
            <a:pathLst>
              <a:path w="6750991" h="304800" extrusionOk="0">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4705"/>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2" name="Google Shape;52;p66" descr="A picture containing clipart, vector graphics&#10;&#10;Description automatically generated"/>
          <p:cNvPicPr preferRelativeResize="0"/>
          <p:nvPr/>
        </p:nvPicPr>
        <p:blipFill rotWithShape="1">
          <a:blip r:embed="rId3">
            <a:alphaModFix/>
          </a:blip>
          <a:srcRect/>
          <a:stretch/>
        </p:blipFill>
        <p:spPr>
          <a:xfrm>
            <a:off x="412638" y="362637"/>
            <a:ext cx="544288" cy="450213"/>
          </a:xfrm>
          <a:prstGeom prst="rect">
            <a:avLst/>
          </a:prstGeom>
          <a:noFill/>
          <a:ln>
            <a:noFill/>
          </a:ln>
        </p:spPr>
      </p:pic>
      <p:sp>
        <p:nvSpPr>
          <p:cNvPr id="53" name="Google Shape;53;p66"/>
          <p:cNvSpPr txBox="1"/>
          <p:nvPr/>
        </p:nvSpPr>
        <p:spPr>
          <a:xfrm>
            <a:off x="956926" y="326133"/>
            <a:ext cx="3996607" cy="52322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400">
                <a:solidFill>
                  <a:srgbClr val="000046"/>
                </a:solidFill>
                <a:latin typeface="Arial"/>
                <a:ea typeface="Arial"/>
                <a:cs typeface="Arial"/>
                <a:sym typeface="Arial"/>
              </a:rPr>
              <a:t>ĐẠI HỌC QUỐC GIA TP. HỒ CHÍ MINH</a:t>
            </a:r>
            <a:endParaRPr/>
          </a:p>
          <a:p>
            <a:pPr marL="0" marR="0" lvl="0" indent="0" algn="l" rtl="0">
              <a:spcBef>
                <a:spcPts val="0"/>
              </a:spcBef>
              <a:spcAft>
                <a:spcPts val="0"/>
              </a:spcAft>
              <a:buNone/>
            </a:pPr>
            <a:r>
              <a:rPr lang="en-US" sz="1400" b="1">
                <a:solidFill>
                  <a:srgbClr val="000046"/>
                </a:solidFill>
                <a:latin typeface="Arial"/>
                <a:ea typeface="Arial"/>
                <a:cs typeface="Arial"/>
                <a:sym typeface="Arial"/>
              </a:rPr>
              <a:t>TRƯỜNG ĐẠI HỌC CÔNG NGHỆ THÔNG TIN</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ục lục">
  <p:cSld name="Mục lục">
    <p:spTree>
      <p:nvGrpSpPr>
        <p:cNvPr id="1" name="Shape 54"/>
        <p:cNvGrpSpPr/>
        <p:nvPr/>
      </p:nvGrpSpPr>
      <p:grpSpPr>
        <a:xfrm>
          <a:off x="0" y="0"/>
          <a:ext cx="0" cy="0"/>
          <a:chOff x="0" y="0"/>
          <a:chExt cx="0" cy="0"/>
        </a:xfrm>
      </p:grpSpPr>
      <p:sp>
        <p:nvSpPr>
          <p:cNvPr id="55" name="Google Shape;55;p67"/>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56" name="Google Shape;56;p67"/>
          <p:cNvGrpSpPr/>
          <p:nvPr/>
        </p:nvGrpSpPr>
        <p:grpSpPr>
          <a:xfrm rot="10800000">
            <a:off x="9263702" y="5930537"/>
            <a:ext cx="2869771" cy="886519"/>
            <a:chOff x="44879" y="27296"/>
            <a:chExt cx="2869771" cy="886519"/>
          </a:xfrm>
        </p:grpSpPr>
        <p:cxnSp>
          <p:nvCxnSpPr>
            <p:cNvPr id="57" name="Google Shape;57;p67"/>
            <p:cNvCxnSpPr/>
            <p:nvPr/>
          </p:nvCxnSpPr>
          <p:spPr>
            <a:xfrm rot="10800000">
              <a:off x="766351" y="34631"/>
              <a:ext cx="2148299" cy="0"/>
            </a:xfrm>
            <a:prstGeom prst="straightConnector1">
              <a:avLst/>
            </a:prstGeom>
            <a:noFill/>
            <a:ln w="38100" cap="rnd" cmpd="sng">
              <a:solidFill>
                <a:srgbClr val="00C6FF"/>
              </a:solidFill>
              <a:prstDash val="solid"/>
              <a:round/>
              <a:headEnd type="none" w="sm" len="sm"/>
              <a:tailEnd type="none" w="sm" len="sm"/>
            </a:ln>
          </p:spPr>
        </p:cxnSp>
        <p:cxnSp>
          <p:nvCxnSpPr>
            <p:cNvPr id="58" name="Google Shape;58;p67"/>
            <p:cNvCxnSpPr/>
            <p:nvPr/>
          </p:nvCxnSpPr>
          <p:spPr>
            <a:xfrm flipH="1">
              <a:off x="44879" y="27296"/>
              <a:ext cx="737495" cy="644210"/>
            </a:xfrm>
            <a:prstGeom prst="straightConnector1">
              <a:avLst/>
            </a:prstGeom>
            <a:noFill/>
            <a:ln w="38100" cap="rnd" cmpd="sng">
              <a:solidFill>
                <a:srgbClr val="00C6FF"/>
              </a:solidFill>
              <a:prstDash val="solid"/>
              <a:round/>
              <a:headEnd type="none" w="sm" len="sm"/>
              <a:tailEnd type="none" w="sm" len="sm"/>
            </a:ln>
          </p:spPr>
        </p:cxnSp>
        <p:cxnSp>
          <p:nvCxnSpPr>
            <p:cNvPr id="59" name="Google Shape;59;p67"/>
            <p:cNvCxnSpPr/>
            <p:nvPr/>
          </p:nvCxnSpPr>
          <p:spPr>
            <a:xfrm rot="10800000">
              <a:off x="52214" y="654128"/>
              <a:ext cx="0" cy="259687"/>
            </a:xfrm>
            <a:prstGeom prst="straightConnector1">
              <a:avLst/>
            </a:prstGeom>
            <a:noFill/>
            <a:ln w="38100" cap="rnd" cmpd="sng">
              <a:solidFill>
                <a:srgbClr val="00C6FF"/>
              </a:solidFill>
              <a:prstDash val="solid"/>
              <a:round/>
              <a:headEnd type="none" w="sm" len="sm"/>
              <a:tailEnd type="none" w="sm" len="sm"/>
            </a:ln>
          </p:spPr>
        </p:cxnSp>
      </p:grpSp>
      <p:sp>
        <p:nvSpPr>
          <p:cNvPr id="60" name="Google Shape;60;p67"/>
          <p:cNvSpPr txBox="1">
            <a:spLocks noGrp="1"/>
          </p:cNvSpPr>
          <p:nvPr>
            <p:ph type="ftr" idx="11"/>
          </p:nvPr>
        </p:nvSpPr>
        <p:spPr>
          <a:xfrm>
            <a:off x="3465443" y="6466114"/>
            <a:ext cx="5261114" cy="25536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61" name="Google Shape;61;p67"/>
          <p:cNvGrpSpPr/>
          <p:nvPr/>
        </p:nvGrpSpPr>
        <p:grpSpPr>
          <a:xfrm>
            <a:off x="-1259888" y="1121391"/>
            <a:ext cx="4841288" cy="5054000"/>
            <a:chOff x="-1259888" y="901609"/>
            <a:chExt cx="4841288" cy="5054000"/>
          </a:xfrm>
        </p:grpSpPr>
        <p:grpSp>
          <p:nvGrpSpPr>
            <p:cNvPr id="62" name="Google Shape;62;p67"/>
            <p:cNvGrpSpPr/>
            <p:nvPr/>
          </p:nvGrpSpPr>
          <p:grpSpPr>
            <a:xfrm>
              <a:off x="-1225468" y="901609"/>
              <a:ext cx="4806868" cy="664514"/>
              <a:chOff x="0" y="901609"/>
              <a:chExt cx="4806868" cy="664514"/>
            </a:xfrm>
          </p:grpSpPr>
          <p:cxnSp>
            <p:nvCxnSpPr>
              <p:cNvPr id="63" name="Google Shape;63;p67"/>
              <p:cNvCxnSpPr/>
              <p:nvPr/>
            </p:nvCxnSpPr>
            <p:spPr>
              <a:xfrm>
                <a:off x="0" y="1566123"/>
                <a:ext cx="2533933" cy="0"/>
              </a:xfrm>
              <a:prstGeom prst="straightConnector1">
                <a:avLst/>
              </a:prstGeom>
              <a:noFill/>
              <a:ln w="38100" cap="rnd" cmpd="sng">
                <a:solidFill>
                  <a:srgbClr val="0072FF"/>
                </a:solidFill>
                <a:prstDash val="solid"/>
                <a:round/>
                <a:headEnd type="none" w="sm" len="sm"/>
                <a:tailEnd type="none" w="sm" len="sm"/>
              </a:ln>
            </p:spPr>
          </p:cxnSp>
          <p:cxnSp>
            <p:nvCxnSpPr>
              <p:cNvPr id="64" name="Google Shape;64;p67"/>
              <p:cNvCxnSpPr/>
              <p:nvPr/>
            </p:nvCxnSpPr>
            <p:spPr>
              <a:xfrm rot="10800000" flipH="1">
                <a:off x="2520285" y="1059987"/>
                <a:ext cx="591405" cy="506136"/>
              </a:xfrm>
              <a:prstGeom prst="straightConnector1">
                <a:avLst/>
              </a:prstGeom>
              <a:noFill/>
              <a:ln w="38100" cap="rnd" cmpd="sng">
                <a:solidFill>
                  <a:srgbClr val="0072FF"/>
                </a:solidFill>
                <a:prstDash val="solid"/>
                <a:round/>
                <a:headEnd type="none" w="sm" len="sm"/>
                <a:tailEnd type="none" w="sm" len="sm"/>
              </a:ln>
            </p:spPr>
          </p:cxnSp>
          <p:cxnSp>
            <p:nvCxnSpPr>
              <p:cNvPr id="65" name="Google Shape;65;p67"/>
              <p:cNvCxnSpPr/>
              <p:nvPr/>
            </p:nvCxnSpPr>
            <p:spPr>
              <a:xfrm>
                <a:off x="3111690" y="1059987"/>
                <a:ext cx="1378423" cy="0"/>
              </a:xfrm>
              <a:prstGeom prst="straightConnector1">
                <a:avLst/>
              </a:prstGeom>
              <a:noFill/>
              <a:ln w="38100" cap="rnd" cmpd="sng">
                <a:solidFill>
                  <a:srgbClr val="0072FF"/>
                </a:solidFill>
                <a:prstDash val="solid"/>
                <a:round/>
                <a:headEnd type="none" w="sm" len="sm"/>
                <a:tailEnd type="none" w="sm" len="sm"/>
              </a:ln>
            </p:spPr>
          </p:cxnSp>
          <p:sp>
            <p:nvSpPr>
              <p:cNvPr id="66" name="Google Shape;66;p67"/>
              <p:cNvSpPr/>
              <p:nvPr/>
            </p:nvSpPr>
            <p:spPr>
              <a:xfrm>
                <a:off x="4490113" y="901609"/>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67" name="Google Shape;67;p67"/>
            <p:cNvGrpSpPr/>
            <p:nvPr/>
          </p:nvGrpSpPr>
          <p:grpSpPr>
            <a:xfrm rot="10800000" flipH="1">
              <a:off x="-1225468" y="5291095"/>
              <a:ext cx="4806868" cy="664514"/>
              <a:chOff x="0" y="1232525"/>
              <a:chExt cx="4806868" cy="664514"/>
            </a:xfrm>
          </p:grpSpPr>
          <p:cxnSp>
            <p:nvCxnSpPr>
              <p:cNvPr id="68" name="Google Shape;68;p67"/>
              <p:cNvCxnSpPr/>
              <p:nvPr/>
            </p:nvCxnSpPr>
            <p:spPr>
              <a:xfrm>
                <a:off x="0" y="1897039"/>
                <a:ext cx="2533933" cy="0"/>
              </a:xfrm>
              <a:prstGeom prst="straightConnector1">
                <a:avLst/>
              </a:prstGeom>
              <a:noFill/>
              <a:ln w="38100" cap="rnd" cmpd="sng">
                <a:solidFill>
                  <a:srgbClr val="0072FF"/>
                </a:solidFill>
                <a:prstDash val="solid"/>
                <a:round/>
                <a:headEnd type="none" w="sm" len="sm"/>
                <a:tailEnd type="none" w="sm" len="sm"/>
              </a:ln>
            </p:spPr>
          </p:cxnSp>
          <p:cxnSp>
            <p:nvCxnSpPr>
              <p:cNvPr id="69" name="Google Shape;69;p67"/>
              <p:cNvCxnSpPr/>
              <p:nvPr/>
            </p:nvCxnSpPr>
            <p:spPr>
              <a:xfrm rot="10800000" flipH="1">
                <a:off x="2520285" y="1390903"/>
                <a:ext cx="591405" cy="506136"/>
              </a:xfrm>
              <a:prstGeom prst="straightConnector1">
                <a:avLst/>
              </a:prstGeom>
              <a:noFill/>
              <a:ln w="38100" cap="rnd" cmpd="sng">
                <a:solidFill>
                  <a:srgbClr val="0072FF"/>
                </a:solidFill>
                <a:prstDash val="solid"/>
                <a:round/>
                <a:headEnd type="none" w="sm" len="sm"/>
                <a:tailEnd type="none" w="sm" len="sm"/>
              </a:ln>
            </p:spPr>
          </p:cxnSp>
          <p:cxnSp>
            <p:nvCxnSpPr>
              <p:cNvPr id="70" name="Google Shape;70;p67"/>
              <p:cNvCxnSpPr/>
              <p:nvPr/>
            </p:nvCxnSpPr>
            <p:spPr>
              <a:xfrm>
                <a:off x="3111690" y="1390903"/>
                <a:ext cx="1378423" cy="0"/>
              </a:xfrm>
              <a:prstGeom prst="straightConnector1">
                <a:avLst/>
              </a:prstGeom>
              <a:noFill/>
              <a:ln w="38100" cap="rnd" cmpd="sng">
                <a:solidFill>
                  <a:srgbClr val="0072FF"/>
                </a:solidFill>
                <a:prstDash val="solid"/>
                <a:round/>
                <a:headEnd type="none" w="sm" len="sm"/>
                <a:tailEnd type="none" w="sm" len="sm"/>
              </a:ln>
            </p:spPr>
          </p:cxnSp>
          <p:sp>
            <p:nvSpPr>
              <p:cNvPr id="71" name="Google Shape;71;p67"/>
              <p:cNvSpPr/>
              <p:nvPr/>
            </p:nvSpPr>
            <p:spPr>
              <a:xfrm>
                <a:off x="4490113" y="1232525"/>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72" name="Google Shape;72;p67"/>
            <p:cNvGrpSpPr/>
            <p:nvPr/>
          </p:nvGrpSpPr>
          <p:grpSpPr>
            <a:xfrm>
              <a:off x="-1225469" y="1860637"/>
              <a:ext cx="3835321" cy="547270"/>
              <a:chOff x="-1" y="1860637"/>
              <a:chExt cx="3835321" cy="547270"/>
            </a:xfrm>
          </p:grpSpPr>
          <p:sp>
            <p:nvSpPr>
              <p:cNvPr id="73" name="Google Shape;73;p67"/>
              <p:cNvSpPr/>
              <p:nvPr/>
            </p:nvSpPr>
            <p:spPr>
              <a:xfrm>
                <a:off x="3518565" y="1860637"/>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74" name="Google Shape;74;p67"/>
              <p:cNvCxnSpPr/>
              <p:nvPr/>
            </p:nvCxnSpPr>
            <p:spPr>
              <a:xfrm>
                <a:off x="-1" y="2407907"/>
                <a:ext cx="1985654" cy="0"/>
              </a:xfrm>
              <a:prstGeom prst="straightConnector1">
                <a:avLst/>
              </a:prstGeom>
              <a:noFill/>
              <a:ln w="38100" cap="rnd" cmpd="sng">
                <a:solidFill>
                  <a:srgbClr val="0072FF"/>
                </a:solidFill>
                <a:prstDash val="solid"/>
                <a:round/>
                <a:headEnd type="none" w="sm" len="sm"/>
                <a:tailEnd type="none" w="sm" len="sm"/>
              </a:ln>
            </p:spPr>
          </p:cxnSp>
          <p:cxnSp>
            <p:nvCxnSpPr>
              <p:cNvPr id="75" name="Google Shape;75;p67"/>
              <p:cNvCxnSpPr/>
              <p:nvPr/>
            </p:nvCxnSpPr>
            <p:spPr>
              <a:xfrm rot="10800000" flipH="1">
                <a:off x="1974958" y="2019015"/>
                <a:ext cx="463440" cy="388892"/>
              </a:xfrm>
              <a:prstGeom prst="straightConnector1">
                <a:avLst/>
              </a:prstGeom>
              <a:noFill/>
              <a:ln w="38100" cap="rnd" cmpd="sng">
                <a:solidFill>
                  <a:srgbClr val="0072FF"/>
                </a:solidFill>
                <a:prstDash val="solid"/>
                <a:round/>
                <a:headEnd type="none" w="sm" len="sm"/>
                <a:tailEnd type="none" w="sm" len="sm"/>
              </a:ln>
            </p:spPr>
          </p:cxnSp>
          <p:cxnSp>
            <p:nvCxnSpPr>
              <p:cNvPr id="76" name="Google Shape;76;p67"/>
              <p:cNvCxnSpPr/>
              <p:nvPr/>
            </p:nvCxnSpPr>
            <p:spPr>
              <a:xfrm>
                <a:off x="2438398" y="2019015"/>
                <a:ext cx="1080167" cy="0"/>
              </a:xfrm>
              <a:prstGeom prst="straightConnector1">
                <a:avLst/>
              </a:prstGeom>
              <a:noFill/>
              <a:ln w="38100" cap="rnd" cmpd="sng">
                <a:solidFill>
                  <a:srgbClr val="0072FF"/>
                </a:solidFill>
                <a:prstDash val="solid"/>
                <a:round/>
                <a:headEnd type="none" w="sm" len="sm"/>
                <a:tailEnd type="none" w="sm" len="sm"/>
              </a:ln>
            </p:spPr>
          </p:cxnSp>
        </p:grpSp>
        <p:grpSp>
          <p:nvGrpSpPr>
            <p:cNvPr id="77" name="Google Shape;77;p67"/>
            <p:cNvGrpSpPr/>
            <p:nvPr/>
          </p:nvGrpSpPr>
          <p:grpSpPr>
            <a:xfrm rot="10800000" flipH="1">
              <a:off x="-1259888" y="4408929"/>
              <a:ext cx="3835321" cy="547270"/>
              <a:chOff x="-1" y="1860637"/>
              <a:chExt cx="3835321" cy="547270"/>
            </a:xfrm>
          </p:grpSpPr>
          <p:sp>
            <p:nvSpPr>
              <p:cNvPr id="78" name="Google Shape;78;p67"/>
              <p:cNvSpPr/>
              <p:nvPr/>
            </p:nvSpPr>
            <p:spPr>
              <a:xfrm>
                <a:off x="3518565" y="1860637"/>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79" name="Google Shape;79;p67"/>
              <p:cNvCxnSpPr/>
              <p:nvPr/>
            </p:nvCxnSpPr>
            <p:spPr>
              <a:xfrm>
                <a:off x="-1" y="2407907"/>
                <a:ext cx="1985654" cy="0"/>
              </a:xfrm>
              <a:prstGeom prst="straightConnector1">
                <a:avLst/>
              </a:prstGeom>
              <a:noFill/>
              <a:ln w="38100" cap="rnd" cmpd="sng">
                <a:solidFill>
                  <a:srgbClr val="0072FF"/>
                </a:solidFill>
                <a:prstDash val="solid"/>
                <a:round/>
                <a:headEnd type="none" w="sm" len="sm"/>
                <a:tailEnd type="none" w="sm" len="sm"/>
              </a:ln>
            </p:spPr>
          </p:cxnSp>
          <p:cxnSp>
            <p:nvCxnSpPr>
              <p:cNvPr id="80" name="Google Shape;80;p67"/>
              <p:cNvCxnSpPr/>
              <p:nvPr/>
            </p:nvCxnSpPr>
            <p:spPr>
              <a:xfrm rot="10800000" flipH="1">
                <a:off x="1974958" y="2019015"/>
                <a:ext cx="463440" cy="388892"/>
              </a:xfrm>
              <a:prstGeom prst="straightConnector1">
                <a:avLst/>
              </a:prstGeom>
              <a:noFill/>
              <a:ln w="38100" cap="rnd" cmpd="sng">
                <a:solidFill>
                  <a:srgbClr val="0072FF"/>
                </a:solidFill>
                <a:prstDash val="solid"/>
                <a:round/>
                <a:headEnd type="none" w="sm" len="sm"/>
                <a:tailEnd type="none" w="sm" len="sm"/>
              </a:ln>
            </p:spPr>
          </p:cxnSp>
          <p:cxnSp>
            <p:nvCxnSpPr>
              <p:cNvPr id="81" name="Google Shape;81;p67"/>
              <p:cNvCxnSpPr/>
              <p:nvPr/>
            </p:nvCxnSpPr>
            <p:spPr>
              <a:xfrm>
                <a:off x="2438398" y="2019015"/>
                <a:ext cx="1080167" cy="0"/>
              </a:xfrm>
              <a:prstGeom prst="straightConnector1">
                <a:avLst/>
              </a:prstGeom>
              <a:noFill/>
              <a:ln w="38100" cap="rnd" cmpd="sng">
                <a:solidFill>
                  <a:srgbClr val="0072FF"/>
                </a:solidFill>
                <a:prstDash val="solid"/>
                <a:round/>
                <a:headEnd type="none" w="sm" len="sm"/>
                <a:tailEnd type="none" w="sm" len="sm"/>
              </a:ln>
            </p:spPr>
          </p:cxnSp>
        </p:grpSp>
        <p:grpSp>
          <p:nvGrpSpPr>
            <p:cNvPr id="82" name="Google Shape;82;p67"/>
            <p:cNvGrpSpPr/>
            <p:nvPr/>
          </p:nvGrpSpPr>
          <p:grpSpPr>
            <a:xfrm>
              <a:off x="-1252333" y="2715185"/>
              <a:ext cx="2776521" cy="436736"/>
              <a:chOff x="-26865" y="2715185"/>
              <a:chExt cx="2776521" cy="436736"/>
            </a:xfrm>
          </p:grpSpPr>
          <p:cxnSp>
            <p:nvCxnSpPr>
              <p:cNvPr id="83" name="Google Shape;83;p67"/>
              <p:cNvCxnSpPr/>
              <p:nvPr/>
            </p:nvCxnSpPr>
            <p:spPr>
              <a:xfrm>
                <a:off x="-26865" y="3151921"/>
                <a:ext cx="1402723" cy="0"/>
              </a:xfrm>
              <a:prstGeom prst="straightConnector1">
                <a:avLst/>
              </a:prstGeom>
              <a:noFill/>
              <a:ln w="38100" cap="rnd" cmpd="sng">
                <a:solidFill>
                  <a:srgbClr val="0072FF"/>
                </a:solidFill>
                <a:prstDash val="solid"/>
                <a:round/>
                <a:headEnd type="none" w="sm" len="sm"/>
                <a:tailEnd type="none" w="sm" len="sm"/>
              </a:ln>
            </p:spPr>
          </p:cxnSp>
          <p:cxnSp>
            <p:nvCxnSpPr>
              <p:cNvPr id="84" name="Google Shape;84;p67"/>
              <p:cNvCxnSpPr/>
              <p:nvPr/>
            </p:nvCxnSpPr>
            <p:spPr>
              <a:xfrm rot="10800000" flipH="1">
                <a:off x="1368303" y="2877197"/>
                <a:ext cx="327387" cy="274724"/>
              </a:xfrm>
              <a:prstGeom prst="straightConnector1">
                <a:avLst/>
              </a:prstGeom>
              <a:noFill/>
              <a:ln w="38100" cap="rnd" cmpd="sng">
                <a:solidFill>
                  <a:srgbClr val="0072FF"/>
                </a:solidFill>
                <a:prstDash val="solid"/>
                <a:round/>
                <a:headEnd type="none" w="sm" len="sm"/>
                <a:tailEnd type="none" w="sm" len="sm"/>
              </a:ln>
            </p:spPr>
          </p:cxnSp>
          <p:cxnSp>
            <p:nvCxnSpPr>
              <p:cNvPr id="85" name="Google Shape;85;p67"/>
              <p:cNvCxnSpPr/>
              <p:nvPr/>
            </p:nvCxnSpPr>
            <p:spPr>
              <a:xfrm>
                <a:off x="1695690" y="2877197"/>
                <a:ext cx="763061" cy="0"/>
              </a:xfrm>
              <a:prstGeom prst="straightConnector1">
                <a:avLst/>
              </a:prstGeom>
              <a:noFill/>
              <a:ln w="38100" cap="rnd" cmpd="sng">
                <a:solidFill>
                  <a:srgbClr val="0072FF"/>
                </a:solidFill>
                <a:prstDash val="solid"/>
                <a:round/>
                <a:headEnd type="none" w="sm" len="sm"/>
                <a:tailEnd type="none" w="sm" len="sm"/>
              </a:ln>
            </p:spPr>
          </p:cxnSp>
          <p:sp>
            <p:nvSpPr>
              <p:cNvPr id="86" name="Google Shape;86;p67"/>
              <p:cNvSpPr/>
              <p:nvPr/>
            </p:nvSpPr>
            <p:spPr>
              <a:xfrm>
                <a:off x="2432901" y="2715185"/>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87" name="Google Shape;87;p67"/>
            <p:cNvGrpSpPr/>
            <p:nvPr/>
          </p:nvGrpSpPr>
          <p:grpSpPr>
            <a:xfrm>
              <a:off x="-1225468" y="3843225"/>
              <a:ext cx="2802371" cy="433101"/>
              <a:chOff x="-34420" y="3843718"/>
              <a:chExt cx="2802371" cy="433101"/>
            </a:xfrm>
          </p:grpSpPr>
          <p:cxnSp>
            <p:nvCxnSpPr>
              <p:cNvPr id="88" name="Google Shape;88;p67"/>
              <p:cNvCxnSpPr/>
              <p:nvPr/>
            </p:nvCxnSpPr>
            <p:spPr>
              <a:xfrm>
                <a:off x="-34420" y="3843718"/>
                <a:ext cx="1402723" cy="0"/>
              </a:xfrm>
              <a:prstGeom prst="straightConnector1">
                <a:avLst/>
              </a:prstGeom>
              <a:noFill/>
              <a:ln w="38100" cap="rnd" cmpd="sng">
                <a:solidFill>
                  <a:srgbClr val="0072FF"/>
                </a:solidFill>
                <a:prstDash val="solid"/>
                <a:round/>
                <a:headEnd type="none" w="sm" len="sm"/>
                <a:tailEnd type="none" w="sm" len="sm"/>
              </a:ln>
            </p:spPr>
          </p:cxnSp>
          <p:cxnSp>
            <p:nvCxnSpPr>
              <p:cNvPr id="89" name="Google Shape;89;p67"/>
              <p:cNvCxnSpPr/>
              <p:nvPr/>
            </p:nvCxnSpPr>
            <p:spPr>
              <a:xfrm>
                <a:off x="1360748" y="3843718"/>
                <a:ext cx="327387" cy="274724"/>
              </a:xfrm>
              <a:prstGeom prst="straightConnector1">
                <a:avLst/>
              </a:prstGeom>
              <a:noFill/>
              <a:ln w="38100" cap="rnd" cmpd="sng">
                <a:solidFill>
                  <a:srgbClr val="0072FF"/>
                </a:solidFill>
                <a:prstDash val="solid"/>
                <a:round/>
                <a:headEnd type="none" w="sm" len="sm"/>
                <a:tailEnd type="none" w="sm" len="sm"/>
              </a:ln>
            </p:spPr>
          </p:cxnSp>
          <p:cxnSp>
            <p:nvCxnSpPr>
              <p:cNvPr id="90" name="Google Shape;90;p67"/>
              <p:cNvCxnSpPr/>
              <p:nvPr/>
            </p:nvCxnSpPr>
            <p:spPr>
              <a:xfrm>
                <a:off x="1688135" y="4118442"/>
                <a:ext cx="763061" cy="0"/>
              </a:xfrm>
              <a:prstGeom prst="straightConnector1">
                <a:avLst/>
              </a:prstGeom>
              <a:noFill/>
              <a:ln w="38100" cap="rnd" cmpd="sng">
                <a:solidFill>
                  <a:srgbClr val="0072FF"/>
                </a:solidFill>
                <a:prstDash val="solid"/>
                <a:round/>
                <a:headEnd type="none" w="sm" len="sm"/>
                <a:tailEnd type="none" w="sm" len="sm"/>
              </a:ln>
            </p:spPr>
          </p:cxnSp>
          <p:sp>
            <p:nvSpPr>
              <p:cNvPr id="91" name="Google Shape;91;p67"/>
              <p:cNvSpPr/>
              <p:nvPr/>
            </p:nvSpPr>
            <p:spPr>
              <a:xfrm>
                <a:off x="2451196" y="3960064"/>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grpSp>
        <p:nvGrpSpPr>
          <p:cNvPr id="92" name="Google Shape;92;p67"/>
          <p:cNvGrpSpPr/>
          <p:nvPr/>
        </p:nvGrpSpPr>
        <p:grpSpPr>
          <a:xfrm flipH="1">
            <a:off x="8607643" y="1121391"/>
            <a:ext cx="4841288" cy="5054000"/>
            <a:chOff x="-1259888" y="901609"/>
            <a:chExt cx="4841288" cy="5054000"/>
          </a:xfrm>
        </p:grpSpPr>
        <p:grpSp>
          <p:nvGrpSpPr>
            <p:cNvPr id="93" name="Google Shape;93;p67"/>
            <p:cNvGrpSpPr/>
            <p:nvPr/>
          </p:nvGrpSpPr>
          <p:grpSpPr>
            <a:xfrm>
              <a:off x="-1225468" y="901609"/>
              <a:ext cx="4806868" cy="664514"/>
              <a:chOff x="0" y="901609"/>
              <a:chExt cx="4806868" cy="664514"/>
            </a:xfrm>
          </p:grpSpPr>
          <p:cxnSp>
            <p:nvCxnSpPr>
              <p:cNvPr id="94" name="Google Shape;94;p67"/>
              <p:cNvCxnSpPr/>
              <p:nvPr/>
            </p:nvCxnSpPr>
            <p:spPr>
              <a:xfrm>
                <a:off x="0" y="1566123"/>
                <a:ext cx="2533933" cy="0"/>
              </a:xfrm>
              <a:prstGeom prst="straightConnector1">
                <a:avLst/>
              </a:prstGeom>
              <a:noFill/>
              <a:ln w="38100" cap="rnd" cmpd="sng">
                <a:solidFill>
                  <a:srgbClr val="0072FF"/>
                </a:solidFill>
                <a:prstDash val="solid"/>
                <a:round/>
                <a:headEnd type="none" w="sm" len="sm"/>
                <a:tailEnd type="none" w="sm" len="sm"/>
              </a:ln>
            </p:spPr>
          </p:cxnSp>
          <p:cxnSp>
            <p:nvCxnSpPr>
              <p:cNvPr id="95" name="Google Shape;95;p67"/>
              <p:cNvCxnSpPr/>
              <p:nvPr/>
            </p:nvCxnSpPr>
            <p:spPr>
              <a:xfrm rot="10800000" flipH="1">
                <a:off x="2520285" y="1059987"/>
                <a:ext cx="591405" cy="506136"/>
              </a:xfrm>
              <a:prstGeom prst="straightConnector1">
                <a:avLst/>
              </a:prstGeom>
              <a:noFill/>
              <a:ln w="38100" cap="rnd" cmpd="sng">
                <a:solidFill>
                  <a:srgbClr val="0072FF"/>
                </a:solidFill>
                <a:prstDash val="solid"/>
                <a:round/>
                <a:headEnd type="none" w="sm" len="sm"/>
                <a:tailEnd type="none" w="sm" len="sm"/>
              </a:ln>
            </p:spPr>
          </p:cxnSp>
          <p:cxnSp>
            <p:nvCxnSpPr>
              <p:cNvPr id="96" name="Google Shape;96;p67"/>
              <p:cNvCxnSpPr/>
              <p:nvPr/>
            </p:nvCxnSpPr>
            <p:spPr>
              <a:xfrm>
                <a:off x="3111690" y="1059987"/>
                <a:ext cx="1378423" cy="0"/>
              </a:xfrm>
              <a:prstGeom prst="straightConnector1">
                <a:avLst/>
              </a:prstGeom>
              <a:noFill/>
              <a:ln w="38100" cap="rnd" cmpd="sng">
                <a:solidFill>
                  <a:srgbClr val="0072FF"/>
                </a:solidFill>
                <a:prstDash val="solid"/>
                <a:round/>
                <a:headEnd type="none" w="sm" len="sm"/>
                <a:tailEnd type="none" w="sm" len="sm"/>
              </a:ln>
            </p:spPr>
          </p:cxnSp>
          <p:sp>
            <p:nvSpPr>
              <p:cNvPr id="97" name="Google Shape;97;p67"/>
              <p:cNvSpPr/>
              <p:nvPr/>
            </p:nvSpPr>
            <p:spPr>
              <a:xfrm>
                <a:off x="4490113" y="901609"/>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98" name="Google Shape;98;p67"/>
            <p:cNvGrpSpPr/>
            <p:nvPr/>
          </p:nvGrpSpPr>
          <p:grpSpPr>
            <a:xfrm rot="10800000" flipH="1">
              <a:off x="-1225468" y="5291095"/>
              <a:ext cx="4806868" cy="664514"/>
              <a:chOff x="0" y="1232525"/>
              <a:chExt cx="4806868" cy="664514"/>
            </a:xfrm>
          </p:grpSpPr>
          <p:cxnSp>
            <p:nvCxnSpPr>
              <p:cNvPr id="99" name="Google Shape;99;p67"/>
              <p:cNvCxnSpPr/>
              <p:nvPr/>
            </p:nvCxnSpPr>
            <p:spPr>
              <a:xfrm>
                <a:off x="0" y="1897039"/>
                <a:ext cx="2533933" cy="0"/>
              </a:xfrm>
              <a:prstGeom prst="straightConnector1">
                <a:avLst/>
              </a:prstGeom>
              <a:noFill/>
              <a:ln w="38100" cap="rnd" cmpd="sng">
                <a:solidFill>
                  <a:srgbClr val="0072FF"/>
                </a:solidFill>
                <a:prstDash val="solid"/>
                <a:round/>
                <a:headEnd type="none" w="sm" len="sm"/>
                <a:tailEnd type="none" w="sm" len="sm"/>
              </a:ln>
            </p:spPr>
          </p:cxnSp>
          <p:cxnSp>
            <p:nvCxnSpPr>
              <p:cNvPr id="100" name="Google Shape;100;p67"/>
              <p:cNvCxnSpPr/>
              <p:nvPr/>
            </p:nvCxnSpPr>
            <p:spPr>
              <a:xfrm rot="10800000" flipH="1">
                <a:off x="2520285" y="1390903"/>
                <a:ext cx="591405" cy="506136"/>
              </a:xfrm>
              <a:prstGeom prst="straightConnector1">
                <a:avLst/>
              </a:prstGeom>
              <a:noFill/>
              <a:ln w="38100" cap="rnd" cmpd="sng">
                <a:solidFill>
                  <a:srgbClr val="0072FF"/>
                </a:solidFill>
                <a:prstDash val="solid"/>
                <a:round/>
                <a:headEnd type="none" w="sm" len="sm"/>
                <a:tailEnd type="none" w="sm" len="sm"/>
              </a:ln>
            </p:spPr>
          </p:cxnSp>
          <p:cxnSp>
            <p:nvCxnSpPr>
              <p:cNvPr id="101" name="Google Shape;101;p67"/>
              <p:cNvCxnSpPr/>
              <p:nvPr/>
            </p:nvCxnSpPr>
            <p:spPr>
              <a:xfrm>
                <a:off x="3111690" y="1390903"/>
                <a:ext cx="1378423" cy="0"/>
              </a:xfrm>
              <a:prstGeom prst="straightConnector1">
                <a:avLst/>
              </a:prstGeom>
              <a:noFill/>
              <a:ln w="38100" cap="rnd" cmpd="sng">
                <a:solidFill>
                  <a:srgbClr val="0072FF"/>
                </a:solidFill>
                <a:prstDash val="solid"/>
                <a:round/>
                <a:headEnd type="none" w="sm" len="sm"/>
                <a:tailEnd type="none" w="sm" len="sm"/>
              </a:ln>
            </p:spPr>
          </p:cxnSp>
          <p:sp>
            <p:nvSpPr>
              <p:cNvPr id="102" name="Google Shape;102;p67"/>
              <p:cNvSpPr/>
              <p:nvPr/>
            </p:nvSpPr>
            <p:spPr>
              <a:xfrm>
                <a:off x="4490113" y="1232525"/>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03" name="Google Shape;103;p67"/>
            <p:cNvGrpSpPr/>
            <p:nvPr/>
          </p:nvGrpSpPr>
          <p:grpSpPr>
            <a:xfrm>
              <a:off x="-1225469" y="1860637"/>
              <a:ext cx="3835321" cy="547270"/>
              <a:chOff x="-1" y="1860637"/>
              <a:chExt cx="3835321" cy="547270"/>
            </a:xfrm>
          </p:grpSpPr>
          <p:sp>
            <p:nvSpPr>
              <p:cNvPr id="104" name="Google Shape;104;p67"/>
              <p:cNvSpPr/>
              <p:nvPr/>
            </p:nvSpPr>
            <p:spPr>
              <a:xfrm>
                <a:off x="3518565" y="1860637"/>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05" name="Google Shape;105;p67"/>
              <p:cNvCxnSpPr/>
              <p:nvPr/>
            </p:nvCxnSpPr>
            <p:spPr>
              <a:xfrm>
                <a:off x="-1" y="2407907"/>
                <a:ext cx="1985654" cy="0"/>
              </a:xfrm>
              <a:prstGeom prst="straightConnector1">
                <a:avLst/>
              </a:prstGeom>
              <a:noFill/>
              <a:ln w="38100" cap="rnd" cmpd="sng">
                <a:solidFill>
                  <a:srgbClr val="0072FF"/>
                </a:solidFill>
                <a:prstDash val="solid"/>
                <a:round/>
                <a:headEnd type="none" w="sm" len="sm"/>
                <a:tailEnd type="none" w="sm" len="sm"/>
              </a:ln>
            </p:spPr>
          </p:cxnSp>
          <p:cxnSp>
            <p:nvCxnSpPr>
              <p:cNvPr id="106" name="Google Shape;106;p67"/>
              <p:cNvCxnSpPr/>
              <p:nvPr/>
            </p:nvCxnSpPr>
            <p:spPr>
              <a:xfrm rot="10800000" flipH="1">
                <a:off x="1974958" y="2019015"/>
                <a:ext cx="463440" cy="388892"/>
              </a:xfrm>
              <a:prstGeom prst="straightConnector1">
                <a:avLst/>
              </a:prstGeom>
              <a:noFill/>
              <a:ln w="38100" cap="rnd" cmpd="sng">
                <a:solidFill>
                  <a:srgbClr val="0072FF"/>
                </a:solidFill>
                <a:prstDash val="solid"/>
                <a:round/>
                <a:headEnd type="none" w="sm" len="sm"/>
                <a:tailEnd type="none" w="sm" len="sm"/>
              </a:ln>
            </p:spPr>
          </p:cxnSp>
          <p:cxnSp>
            <p:nvCxnSpPr>
              <p:cNvPr id="107" name="Google Shape;107;p67"/>
              <p:cNvCxnSpPr/>
              <p:nvPr/>
            </p:nvCxnSpPr>
            <p:spPr>
              <a:xfrm>
                <a:off x="2438398" y="2019015"/>
                <a:ext cx="1080167" cy="0"/>
              </a:xfrm>
              <a:prstGeom prst="straightConnector1">
                <a:avLst/>
              </a:prstGeom>
              <a:noFill/>
              <a:ln w="38100" cap="rnd" cmpd="sng">
                <a:solidFill>
                  <a:srgbClr val="0072FF"/>
                </a:solidFill>
                <a:prstDash val="solid"/>
                <a:round/>
                <a:headEnd type="none" w="sm" len="sm"/>
                <a:tailEnd type="none" w="sm" len="sm"/>
              </a:ln>
            </p:spPr>
          </p:cxnSp>
        </p:grpSp>
        <p:grpSp>
          <p:nvGrpSpPr>
            <p:cNvPr id="108" name="Google Shape;108;p67"/>
            <p:cNvGrpSpPr/>
            <p:nvPr/>
          </p:nvGrpSpPr>
          <p:grpSpPr>
            <a:xfrm rot="10800000" flipH="1">
              <a:off x="-1259888" y="4408929"/>
              <a:ext cx="3835321" cy="547270"/>
              <a:chOff x="-1" y="1860637"/>
              <a:chExt cx="3835321" cy="547270"/>
            </a:xfrm>
          </p:grpSpPr>
          <p:sp>
            <p:nvSpPr>
              <p:cNvPr id="109" name="Google Shape;109;p67"/>
              <p:cNvSpPr/>
              <p:nvPr/>
            </p:nvSpPr>
            <p:spPr>
              <a:xfrm>
                <a:off x="3518565" y="1860637"/>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10" name="Google Shape;110;p67"/>
              <p:cNvCxnSpPr/>
              <p:nvPr/>
            </p:nvCxnSpPr>
            <p:spPr>
              <a:xfrm>
                <a:off x="-1" y="2407907"/>
                <a:ext cx="1985654" cy="0"/>
              </a:xfrm>
              <a:prstGeom prst="straightConnector1">
                <a:avLst/>
              </a:prstGeom>
              <a:noFill/>
              <a:ln w="38100" cap="rnd" cmpd="sng">
                <a:solidFill>
                  <a:srgbClr val="0072FF"/>
                </a:solidFill>
                <a:prstDash val="solid"/>
                <a:round/>
                <a:headEnd type="none" w="sm" len="sm"/>
                <a:tailEnd type="none" w="sm" len="sm"/>
              </a:ln>
            </p:spPr>
          </p:cxnSp>
          <p:cxnSp>
            <p:nvCxnSpPr>
              <p:cNvPr id="111" name="Google Shape;111;p67"/>
              <p:cNvCxnSpPr/>
              <p:nvPr/>
            </p:nvCxnSpPr>
            <p:spPr>
              <a:xfrm rot="10800000" flipH="1">
                <a:off x="1974958" y="2019015"/>
                <a:ext cx="463440" cy="388892"/>
              </a:xfrm>
              <a:prstGeom prst="straightConnector1">
                <a:avLst/>
              </a:prstGeom>
              <a:noFill/>
              <a:ln w="38100" cap="rnd" cmpd="sng">
                <a:solidFill>
                  <a:srgbClr val="0072FF"/>
                </a:solidFill>
                <a:prstDash val="solid"/>
                <a:round/>
                <a:headEnd type="none" w="sm" len="sm"/>
                <a:tailEnd type="none" w="sm" len="sm"/>
              </a:ln>
            </p:spPr>
          </p:cxnSp>
          <p:cxnSp>
            <p:nvCxnSpPr>
              <p:cNvPr id="112" name="Google Shape;112;p67"/>
              <p:cNvCxnSpPr/>
              <p:nvPr/>
            </p:nvCxnSpPr>
            <p:spPr>
              <a:xfrm>
                <a:off x="2438398" y="2019015"/>
                <a:ext cx="1080167" cy="0"/>
              </a:xfrm>
              <a:prstGeom prst="straightConnector1">
                <a:avLst/>
              </a:prstGeom>
              <a:noFill/>
              <a:ln w="38100" cap="rnd" cmpd="sng">
                <a:solidFill>
                  <a:srgbClr val="0072FF"/>
                </a:solidFill>
                <a:prstDash val="solid"/>
                <a:round/>
                <a:headEnd type="none" w="sm" len="sm"/>
                <a:tailEnd type="none" w="sm" len="sm"/>
              </a:ln>
            </p:spPr>
          </p:cxnSp>
        </p:grpSp>
        <p:grpSp>
          <p:nvGrpSpPr>
            <p:cNvPr id="113" name="Google Shape;113;p67"/>
            <p:cNvGrpSpPr/>
            <p:nvPr/>
          </p:nvGrpSpPr>
          <p:grpSpPr>
            <a:xfrm>
              <a:off x="-1252333" y="2715185"/>
              <a:ext cx="2776521" cy="436736"/>
              <a:chOff x="-26865" y="2715185"/>
              <a:chExt cx="2776521" cy="436736"/>
            </a:xfrm>
          </p:grpSpPr>
          <p:cxnSp>
            <p:nvCxnSpPr>
              <p:cNvPr id="114" name="Google Shape;114;p67"/>
              <p:cNvCxnSpPr/>
              <p:nvPr/>
            </p:nvCxnSpPr>
            <p:spPr>
              <a:xfrm>
                <a:off x="-26865" y="3151921"/>
                <a:ext cx="1402723" cy="0"/>
              </a:xfrm>
              <a:prstGeom prst="straightConnector1">
                <a:avLst/>
              </a:prstGeom>
              <a:noFill/>
              <a:ln w="38100" cap="rnd" cmpd="sng">
                <a:solidFill>
                  <a:srgbClr val="0072FF"/>
                </a:solidFill>
                <a:prstDash val="solid"/>
                <a:round/>
                <a:headEnd type="none" w="sm" len="sm"/>
                <a:tailEnd type="none" w="sm" len="sm"/>
              </a:ln>
            </p:spPr>
          </p:cxnSp>
          <p:cxnSp>
            <p:nvCxnSpPr>
              <p:cNvPr id="115" name="Google Shape;115;p67"/>
              <p:cNvCxnSpPr/>
              <p:nvPr/>
            </p:nvCxnSpPr>
            <p:spPr>
              <a:xfrm rot="10800000" flipH="1">
                <a:off x="1368303" y="2877197"/>
                <a:ext cx="327387" cy="274724"/>
              </a:xfrm>
              <a:prstGeom prst="straightConnector1">
                <a:avLst/>
              </a:prstGeom>
              <a:noFill/>
              <a:ln w="38100" cap="rnd" cmpd="sng">
                <a:solidFill>
                  <a:srgbClr val="0072FF"/>
                </a:solidFill>
                <a:prstDash val="solid"/>
                <a:round/>
                <a:headEnd type="none" w="sm" len="sm"/>
                <a:tailEnd type="none" w="sm" len="sm"/>
              </a:ln>
            </p:spPr>
          </p:cxnSp>
          <p:cxnSp>
            <p:nvCxnSpPr>
              <p:cNvPr id="116" name="Google Shape;116;p67"/>
              <p:cNvCxnSpPr/>
              <p:nvPr/>
            </p:nvCxnSpPr>
            <p:spPr>
              <a:xfrm>
                <a:off x="1695690" y="2877197"/>
                <a:ext cx="763061" cy="0"/>
              </a:xfrm>
              <a:prstGeom prst="straightConnector1">
                <a:avLst/>
              </a:prstGeom>
              <a:noFill/>
              <a:ln w="38100" cap="rnd" cmpd="sng">
                <a:solidFill>
                  <a:srgbClr val="0072FF"/>
                </a:solidFill>
                <a:prstDash val="solid"/>
                <a:round/>
                <a:headEnd type="none" w="sm" len="sm"/>
                <a:tailEnd type="none" w="sm" len="sm"/>
              </a:ln>
            </p:spPr>
          </p:cxnSp>
          <p:sp>
            <p:nvSpPr>
              <p:cNvPr id="117" name="Google Shape;117;p67"/>
              <p:cNvSpPr/>
              <p:nvPr/>
            </p:nvSpPr>
            <p:spPr>
              <a:xfrm>
                <a:off x="2432901" y="2715185"/>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18" name="Google Shape;118;p67"/>
            <p:cNvGrpSpPr/>
            <p:nvPr/>
          </p:nvGrpSpPr>
          <p:grpSpPr>
            <a:xfrm>
              <a:off x="-1225468" y="3843225"/>
              <a:ext cx="2802371" cy="433101"/>
              <a:chOff x="-34420" y="3843718"/>
              <a:chExt cx="2802371" cy="433101"/>
            </a:xfrm>
          </p:grpSpPr>
          <p:cxnSp>
            <p:nvCxnSpPr>
              <p:cNvPr id="119" name="Google Shape;119;p67"/>
              <p:cNvCxnSpPr/>
              <p:nvPr/>
            </p:nvCxnSpPr>
            <p:spPr>
              <a:xfrm>
                <a:off x="-34420" y="3843718"/>
                <a:ext cx="1402723" cy="0"/>
              </a:xfrm>
              <a:prstGeom prst="straightConnector1">
                <a:avLst/>
              </a:prstGeom>
              <a:noFill/>
              <a:ln w="38100" cap="rnd" cmpd="sng">
                <a:solidFill>
                  <a:srgbClr val="0072FF"/>
                </a:solidFill>
                <a:prstDash val="solid"/>
                <a:round/>
                <a:headEnd type="none" w="sm" len="sm"/>
                <a:tailEnd type="none" w="sm" len="sm"/>
              </a:ln>
            </p:spPr>
          </p:cxnSp>
          <p:cxnSp>
            <p:nvCxnSpPr>
              <p:cNvPr id="120" name="Google Shape;120;p67"/>
              <p:cNvCxnSpPr/>
              <p:nvPr/>
            </p:nvCxnSpPr>
            <p:spPr>
              <a:xfrm>
                <a:off x="1360748" y="3843718"/>
                <a:ext cx="327387" cy="274724"/>
              </a:xfrm>
              <a:prstGeom prst="straightConnector1">
                <a:avLst/>
              </a:prstGeom>
              <a:noFill/>
              <a:ln w="38100" cap="rnd" cmpd="sng">
                <a:solidFill>
                  <a:srgbClr val="0072FF"/>
                </a:solidFill>
                <a:prstDash val="solid"/>
                <a:round/>
                <a:headEnd type="none" w="sm" len="sm"/>
                <a:tailEnd type="none" w="sm" len="sm"/>
              </a:ln>
            </p:spPr>
          </p:cxnSp>
          <p:cxnSp>
            <p:nvCxnSpPr>
              <p:cNvPr id="121" name="Google Shape;121;p67"/>
              <p:cNvCxnSpPr/>
              <p:nvPr/>
            </p:nvCxnSpPr>
            <p:spPr>
              <a:xfrm>
                <a:off x="1688135" y="4118442"/>
                <a:ext cx="763061" cy="0"/>
              </a:xfrm>
              <a:prstGeom prst="straightConnector1">
                <a:avLst/>
              </a:prstGeom>
              <a:noFill/>
              <a:ln w="38100" cap="rnd" cmpd="sng">
                <a:solidFill>
                  <a:srgbClr val="0072FF"/>
                </a:solidFill>
                <a:prstDash val="solid"/>
                <a:round/>
                <a:headEnd type="none" w="sm" len="sm"/>
                <a:tailEnd type="none" w="sm" len="sm"/>
              </a:ln>
            </p:spPr>
          </p:cxnSp>
          <p:sp>
            <p:nvSpPr>
              <p:cNvPr id="122" name="Google Shape;122;p67"/>
              <p:cNvSpPr/>
              <p:nvPr/>
            </p:nvSpPr>
            <p:spPr>
              <a:xfrm>
                <a:off x="2451196" y="3960064"/>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sp>
        <p:nvSpPr>
          <p:cNvPr id="123" name="Google Shape;123;p67"/>
          <p:cNvSpPr/>
          <p:nvPr/>
        </p:nvSpPr>
        <p:spPr>
          <a:xfrm>
            <a:off x="11924591" y="6583140"/>
            <a:ext cx="233916" cy="23391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124" name="Google Shape;124;p67"/>
          <p:cNvSpPr txBox="1">
            <a:spLocks noGrp="1"/>
          </p:cNvSpPr>
          <p:nvPr>
            <p:ph type="sldNum" idx="12"/>
          </p:nvPr>
        </p:nvSpPr>
        <p:spPr>
          <a:xfrm>
            <a:off x="11900400" y="6566400"/>
            <a:ext cx="291600" cy="2916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125" name="Google Shape;125;p67"/>
          <p:cNvSpPr txBox="1"/>
          <p:nvPr/>
        </p:nvSpPr>
        <p:spPr>
          <a:xfrm>
            <a:off x="4702630" y="640081"/>
            <a:ext cx="3028822" cy="646331"/>
          </a:xfrm>
          <a:prstGeom prst="rect">
            <a:avLst/>
          </a:prstGeom>
          <a:gradFill>
            <a:gsLst>
              <a:gs pos="0">
                <a:srgbClr val="0072FF"/>
              </a:gs>
              <a:gs pos="100000">
                <a:srgbClr val="00C6FF"/>
              </a:gs>
            </a:gsLst>
            <a:path path="circle">
              <a:fillToRect l="50000" t="50000" r="50000" b="50000"/>
            </a:path>
            <a:tileRect/>
          </a:grad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3600" b="1">
                <a:solidFill>
                  <a:schemeClr val="lt1"/>
                </a:solidFill>
                <a:latin typeface="Times New Roman"/>
                <a:ea typeface="Times New Roman"/>
                <a:cs typeface="Times New Roman"/>
                <a:sym typeface="Times New Roman"/>
              </a:rPr>
              <a:t>MỤC TIÊU</a:t>
            </a:r>
            <a:endParaRPr sz="3600" b="1">
              <a:solidFill>
                <a:schemeClr val="lt1"/>
              </a:solidFill>
              <a:latin typeface="Times New Roman"/>
              <a:ea typeface="Times New Roman"/>
              <a:cs typeface="Times New Roman"/>
              <a:sym typeface="Times New Roman"/>
            </a:endParaRPr>
          </a:p>
        </p:txBody>
      </p:sp>
      <p:sp>
        <p:nvSpPr>
          <p:cNvPr id="126" name="Google Shape;126;p67"/>
          <p:cNvSpPr txBox="1">
            <a:spLocks noGrp="1"/>
          </p:cNvSpPr>
          <p:nvPr>
            <p:ph type="body" idx="1"/>
          </p:nvPr>
        </p:nvSpPr>
        <p:spPr>
          <a:xfrm>
            <a:off x="2735144" y="1286346"/>
            <a:ext cx="6721714" cy="4699000"/>
          </a:xfrm>
          <a:prstGeom prst="rect">
            <a:avLst/>
          </a:prstGeom>
          <a:noFill/>
          <a:ln>
            <a:noFill/>
          </a:ln>
        </p:spPr>
        <p:txBody>
          <a:bodyPr spcFirstLastPara="1" wrap="square" lIns="91425" tIns="45700" rIns="91425" bIns="45700" anchor="ctr" anchorCtr="0">
            <a:normAutofit/>
          </a:bodyPr>
          <a:lstStyle>
            <a:lvl1pPr marL="457200" lvl="0" indent="-368300" algn="just">
              <a:lnSpc>
                <a:spcPct val="90000"/>
              </a:lnSpc>
              <a:spcBef>
                <a:spcPts val="1000"/>
              </a:spcBef>
              <a:spcAft>
                <a:spcPts val="0"/>
              </a:spcAft>
              <a:buClr>
                <a:schemeClr val="dk1"/>
              </a:buClr>
              <a:buSzPts val="2200"/>
              <a:buFont typeface="Calibri"/>
              <a:buAutoNum type="arabicPeriod"/>
              <a:defRPr sz="2200">
                <a:latin typeface="Arial"/>
                <a:ea typeface="Arial"/>
                <a:cs typeface="Arial"/>
                <a:sym typeface="Arial"/>
              </a:defRPr>
            </a:lvl1pPr>
            <a:lvl2pPr marL="914400" lvl="1" indent="-381000" algn="ctr">
              <a:lnSpc>
                <a:spcPct val="90000"/>
              </a:lnSpc>
              <a:spcBef>
                <a:spcPts val="500"/>
              </a:spcBef>
              <a:spcAft>
                <a:spcPts val="0"/>
              </a:spcAft>
              <a:buClr>
                <a:schemeClr val="dk1"/>
              </a:buClr>
              <a:buSzPts val="2400"/>
              <a:buFont typeface="Calibri"/>
              <a:buAutoNum type="arabicPeriod"/>
              <a:defRPr>
                <a:latin typeface="Arial"/>
                <a:ea typeface="Arial"/>
                <a:cs typeface="Arial"/>
                <a:sym typeface="Arial"/>
              </a:defRPr>
            </a:lvl2pPr>
            <a:lvl3pPr marL="1371600" lvl="2" indent="-355600" algn="ctr">
              <a:lnSpc>
                <a:spcPct val="90000"/>
              </a:lnSpc>
              <a:spcBef>
                <a:spcPts val="500"/>
              </a:spcBef>
              <a:spcAft>
                <a:spcPts val="0"/>
              </a:spcAft>
              <a:buClr>
                <a:schemeClr val="dk1"/>
              </a:buClr>
              <a:buSzPts val="2000"/>
              <a:buFont typeface="Calibri"/>
              <a:buAutoNum type="arabicPeriod"/>
              <a:defRPr>
                <a:latin typeface="Arial"/>
                <a:ea typeface="Arial"/>
                <a:cs typeface="Arial"/>
                <a:sym typeface="Arial"/>
              </a:defRPr>
            </a:lvl3pPr>
            <a:lvl4pPr marL="1828800" lvl="3" indent="-3429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4pPr>
            <a:lvl5pPr marL="2286000" lvl="4" indent="-3429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7" name="Google Shape;127;p67"/>
          <p:cNvSpPr/>
          <p:nvPr/>
        </p:nvSpPr>
        <p:spPr>
          <a:xfrm rot="10800000">
            <a:off x="0" y="0"/>
            <a:ext cx="715617" cy="616911"/>
          </a:xfrm>
          <a:prstGeom prst="triangle">
            <a:avLst>
              <a:gd name="adj" fmla="val 100000"/>
            </a:avLst>
          </a:prstGeom>
          <a:solidFill>
            <a:srgbClr val="0072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28" name="Google Shape;128;p67"/>
          <p:cNvGrpSpPr/>
          <p:nvPr/>
        </p:nvGrpSpPr>
        <p:grpSpPr>
          <a:xfrm>
            <a:off x="58527" y="40944"/>
            <a:ext cx="2869771" cy="886519"/>
            <a:chOff x="44879" y="27296"/>
            <a:chExt cx="2869771" cy="886519"/>
          </a:xfrm>
        </p:grpSpPr>
        <p:cxnSp>
          <p:nvCxnSpPr>
            <p:cNvPr id="129" name="Google Shape;129;p67"/>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130" name="Google Shape;130;p67"/>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131" name="Google Shape;131;p67"/>
            <p:cNvCxnSpPr/>
            <p:nvPr/>
          </p:nvCxnSpPr>
          <p:spPr>
            <a:xfrm rot="10800000">
              <a:off x="52214" y="654128"/>
              <a:ext cx="0" cy="259687"/>
            </a:xfrm>
            <a:prstGeom prst="straightConnector1">
              <a:avLst/>
            </a:prstGeom>
            <a:noFill/>
            <a:ln w="38100" cap="flat" cmpd="sng">
              <a:solidFill>
                <a:srgbClr val="00C6FF"/>
              </a:solidFill>
              <a:prstDash val="solid"/>
              <a:miter lim="800000"/>
              <a:headEnd type="none" w="sm" len="sm"/>
              <a:tailEnd type="none" w="sm" len="sm"/>
            </a:ln>
          </p:spPr>
        </p:cxnSp>
      </p:grpSp>
      <p:pic>
        <p:nvPicPr>
          <p:cNvPr id="132" name="Google Shape;132;p67" descr="A picture containing clipart, vector graphics&#10;&#10;Description automatically generated"/>
          <p:cNvPicPr preferRelativeResize="0"/>
          <p:nvPr/>
        </p:nvPicPr>
        <p:blipFill rotWithShape="1">
          <a:blip r:embed="rId2">
            <a:alphaModFix/>
          </a:blip>
          <a:srcRect/>
          <a:stretch/>
        </p:blipFill>
        <p:spPr>
          <a:xfrm>
            <a:off x="412638" y="362637"/>
            <a:ext cx="544288" cy="450213"/>
          </a:xfrm>
          <a:prstGeom prst="rect">
            <a:avLst/>
          </a:prstGeom>
          <a:noFill/>
          <a:ln>
            <a:noFill/>
          </a:ln>
        </p:spPr>
      </p:pic>
      <p:sp>
        <p:nvSpPr>
          <p:cNvPr id="133" name="Google Shape;133;p67"/>
          <p:cNvSpPr txBox="1">
            <a:spLocks noGrp="1"/>
          </p:cNvSpPr>
          <p:nvPr>
            <p:ph type="dt" idx="10"/>
          </p:nvPr>
        </p:nvSpPr>
        <p:spPr>
          <a:xfrm>
            <a:off x="796022" y="6454635"/>
            <a:ext cx="2132276" cy="2668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_Mục lục">
  <p:cSld name="2_Mục lục">
    <p:spTree>
      <p:nvGrpSpPr>
        <p:cNvPr id="1" name="Shape 134"/>
        <p:cNvGrpSpPr/>
        <p:nvPr/>
      </p:nvGrpSpPr>
      <p:grpSpPr>
        <a:xfrm>
          <a:off x="0" y="0"/>
          <a:ext cx="0" cy="0"/>
          <a:chOff x="0" y="0"/>
          <a:chExt cx="0" cy="0"/>
        </a:xfrm>
      </p:grpSpPr>
      <p:sp>
        <p:nvSpPr>
          <p:cNvPr id="135" name="Google Shape;135;p68"/>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36" name="Google Shape;136;p68"/>
          <p:cNvGrpSpPr/>
          <p:nvPr/>
        </p:nvGrpSpPr>
        <p:grpSpPr>
          <a:xfrm rot="10800000">
            <a:off x="9263702" y="5930537"/>
            <a:ext cx="2869771" cy="886519"/>
            <a:chOff x="44879" y="27296"/>
            <a:chExt cx="2869771" cy="886519"/>
          </a:xfrm>
        </p:grpSpPr>
        <p:cxnSp>
          <p:nvCxnSpPr>
            <p:cNvPr id="137" name="Google Shape;137;p68"/>
            <p:cNvCxnSpPr/>
            <p:nvPr/>
          </p:nvCxnSpPr>
          <p:spPr>
            <a:xfrm rot="10800000">
              <a:off x="766351" y="34631"/>
              <a:ext cx="2148299" cy="0"/>
            </a:xfrm>
            <a:prstGeom prst="straightConnector1">
              <a:avLst/>
            </a:prstGeom>
            <a:noFill/>
            <a:ln w="38100" cap="rnd" cmpd="sng">
              <a:solidFill>
                <a:srgbClr val="00C6FF"/>
              </a:solidFill>
              <a:prstDash val="solid"/>
              <a:round/>
              <a:headEnd type="none" w="sm" len="sm"/>
              <a:tailEnd type="none" w="sm" len="sm"/>
            </a:ln>
          </p:spPr>
        </p:cxnSp>
        <p:cxnSp>
          <p:nvCxnSpPr>
            <p:cNvPr id="138" name="Google Shape;138;p68"/>
            <p:cNvCxnSpPr/>
            <p:nvPr/>
          </p:nvCxnSpPr>
          <p:spPr>
            <a:xfrm flipH="1">
              <a:off x="44879" y="27296"/>
              <a:ext cx="737495" cy="644210"/>
            </a:xfrm>
            <a:prstGeom prst="straightConnector1">
              <a:avLst/>
            </a:prstGeom>
            <a:noFill/>
            <a:ln w="38100" cap="rnd" cmpd="sng">
              <a:solidFill>
                <a:srgbClr val="00C6FF"/>
              </a:solidFill>
              <a:prstDash val="solid"/>
              <a:round/>
              <a:headEnd type="none" w="sm" len="sm"/>
              <a:tailEnd type="none" w="sm" len="sm"/>
            </a:ln>
          </p:spPr>
        </p:cxnSp>
        <p:cxnSp>
          <p:nvCxnSpPr>
            <p:cNvPr id="139" name="Google Shape;139;p68"/>
            <p:cNvCxnSpPr/>
            <p:nvPr/>
          </p:nvCxnSpPr>
          <p:spPr>
            <a:xfrm rot="10800000">
              <a:off x="52214" y="654128"/>
              <a:ext cx="0" cy="259687"/>
            </a:xfrm>
            <a:prstGeom prst="straightConnector1">
              <a:avLst/>
            </a:prstGeom>
            <a:noFill/>
            <a:ln w="38100" cap="rnd" cmpd="sng">
              <a:solidFill>
                <a:srgbClr val="00C6FF"/>
              </a:solidFill>
              <a:prstDash val="solid"/>
              <a:round/>
              <a:headEnd type="none" w="sm" len="sm"/>
              <a:tailEnd type="none" w="sm" len="sm"/>
            </a:ln>
          </p:spPr>
        </p:cxnSp>
      </p:grpSp>
      <p:sp>
        <p:nvSpPr>
          <p:cNvPr id="140" name="Google Shape;140;p68"/>
          <p:cNvSpPr txBox="1">
            <a:spLocks noGrp="1"/>
          </p:cNvSpPr>
          <p:nvPr>
            <p:ph type="ftr" idx="11"/>
          </p:nvPr>
        </p:nvSpPr>
        <p:spPr>
          <a:xfrm>
            <a:off x="3465443" y="6466114"/>
            <a:ext cx="5261114" cy="25536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141" name="Google Shape;141;p68"/>
          <p:cNvGrpSpPr/>
          <p:nvPr/>
        </p:nvGrpSpPr>
        <p:grpSpPr>
          <a:xfrm>
            <a:off x="-1259888" y="1121391"/>
            <a:ext cx="4841288" cy="5054000"/>
            <a:chOff x="-1259888" y="901609"/>
            <a:chExt cx="4841288" cy="5054000"/>
          </a:xfrm>
        </p:grpSpPr>
        <p:grpSp>
          <p:nvGrpSpPr>
            <p:cNvPr id="142" name="Google Shape;142;p68"/>
            <p:cNvGrpSpPr/>
            <p:nvPr/>
          </p:nvGrpSpPr>
          <p:grpSpPr>
            <a:xfrm>
              <a:off x="-1225468" y="901609"/>
              <a:ext cx="4806868" cy="664514"/>
              <a:chOff x="0" y="901609"/>
              <a:chExt cx="4806868" cy="664514"/>
            </a:xfrm>
          </p:grpSpPr>
          <p:cxnSp>
            <p:nvCxnSpPr>
              <p:cNvPr id="143" name="Google Shape;143;p68"/>
              <p:cNvCxnSpPr/>
              <p:nvPr/>
            </p:nvCxnSpPr>
            <p:spPr>
              <a:xfrm>
                <a:off x="0" y="1566123"/>
                <a:ext cx="2533933" cy="0"/>
              </a:xfrm>
              <a:prstGeom prst="straightConnector1">
                <a:avLst/>
              </a:prstGeom>
              <a:noFill/>
              <a:ln w="38100" cap="rnd" cmpd="sng">
                <a:solidFill>
                  <a:srgbClr val="0072FF"/>
                </a:solidFill>
                <a:prstDash val="solid"/>
                <a:round/>
                <a:headEnd type="none" w="sm" len="sm"/>
                <a:tailEnd type="none" w="sm" len="sm"/>
              </a:ln>
            </p:spPr>
          </p:cxnSp>
          <p:cxnSp>
            <p:nvCxnSpPr>
              <p:cNvPr id="144" name="Google Shape;144;p68"/>
              <p:cNvCxnSpPr/>
              <p:nvPr/>
            </p:nvCxnSpPr>
            <p:spPr>
              <a:xfrm rot="10800000" flipH="1">
                <a:off x="2520285" y="1059987"/>
                <a:ext cx="591405" cy="506136"/>
              </a:xfrm>
              <a:prstGeom prst="straightConnector1">
                <a:avLst/>
              </a:prstGeom>
              <a:noFill/>
              <a:ln w="38100" cap="rnd" cmpd="sng">
                <a:solidFill>
                  <a:srgbClr val="0072FF"/>
                </a:solidFill>
                <a:prstDash val="solid"/>
                <a:round/>
                <a:headEnd type="none" w="sm" len="sm"/>
                <a:tailEnd type="none" w="sm" len="sm"/>
              </a:ln>
            </p:spPr>
          </p:cxnSp>
          <p:cxnSp>
            <p:nvCxnSpPr>
              <p:cNvPr id="145" name="Google Shape;145;p68"/>
              <p:cNvCxnSpPr/>
              <p:nvPr/>
            </p:nvCxnSpPr>
            <p:spPr>
              <a:xfrm>
                <a:off x="3111690" y="1059987"/>
                <a:ext cx="1378423" cy="0"/>
              </a:xfrm>
              <a:prstGeom prst="straightConnector1">
                <a:avLst/>
              </a:prstGeom>
              <a:noFill/>
              <a:ln w="38100" cap="rnd" cmpd="sng">
                <a:solidFill>
                  <a:srgbClr val="0072FF"/>
                </a:solidFill>
                <a:prstDash val="solid"/>
                <a:round/>
                <a:headEnd type="none" w="sm" len="sm"/>
                <a:tailEnd type="none" w="sm" len="sm"/>
              </a:ln>
            </p:spPr>
          </p:cxnSp>
          <p:sp>
            <p:nvSpPr>
              <p:cNvPr id="146" name="Google Shape;146;p68"/>
              <p:cNvSpPr/>
              <p:nvPr/>
            </p:nvSpPr>
            <p:spPr>
              <a:xfrm>
                <a:off x="4490113" y="901609"/>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47" name="Google Shape;147;p68"/>
            <p:cNvGrpSpPr/>
            <p:nvPr/>
          </p:nvGrpSpPr>
          <p:grpSpPr>
            <a:xfrm rot="10800000" flipH="1">
              <a:off x="-1225468" y="5291095"/>
              <a:ext cx="4806868" cy="664514"/>
              <a:chOff x="0" y="1232525"/>
              <a:chExt cx="4806868" cy="664514"/>
            </a:xfrm>
          </p:grpSpPr>
          <p:cxnSp>
            <p:nvCxnSpPr>
              <p:cNvPr id="148" name="Google Shape;148;p68"/>
              <p:cNvCxnSpPr/>
              <p:nvPr/>
            </p:nvCxnSpPr>
            <p:spPr>
              <a:xfrm>
                <a:off x="0" y="1897039"/>
                <a:ext cx="2533933" cy="0"/>
              </a:xfrm>
              <a:prstGeom prst="straightConnector1">
                <a:avLst/>
              </a:prstGeom>
              <a:noFill/>
              <a:ln w="38100" cap="rnd" cmpd="sng">
                <a:solidFill>
                  <a:srgbClr val="0072FF"/>
                </a:solidFill>
                <a:prstDash val="solid"/>
                <a:round/>
                <a:headEnd type="none" w="sm" len="sm"/>
                <a:tailEnd type="none" w="sm" len="sm"/>
              </a:ln>
            </p:spPr>
          </p:cxnSp>
          <p:cxnSp>
            <p:nvCxnSpPr>
              <p:cNvPr id="149" name="Google Shape;149;p68"/>
              <p:cNvCxnSpPr/>
              <p:nvPr/>
            </p:nvCxnSpPr>
            <p:spPr>
              <a:xfrm rot="10800000" flipH="1">
                <a:off x="2520285" y="1390903"/>
                <a:ext cx="591405" cy="506136"/>
              </a:xfrm>
              <a:prstGeom prst="straightConnector1">
                <a:avLst/>
              </a:prstGeom>
              <a:noFill/>
              <a:ln w="38100" cap="rnd" cmpd="sng">
                <a:solidFill>
                  <a:srgbClr val="0072FF"/>
                </a:solidFill>
                <a:prstDash val="solid"/>
                <a:round/>
                <a:headEnd type="none" w="sm" len="sm"/>
                <a:tailEnd type="none" w="sm" len="sm"/>
              </a:ln>
            </p:spPr>
          </p:cxnSp>
          <p:cxnSp>
            <p:nvCxnSpPr>
              <p:cNvPr id="150" name="Google Shape;150;p68"/>
              <p:cNvCxnSpPr/>
              <p:nvPr/>
            </p:nvCxnSpPr>
            <p:spPr>
              <a:xfrm>
                <a:off x="3111690" y="1390903"/>
                <a:ext cx="1378423" cy="0"/>
              </a:xfrm>
              <a:prstGeom prst="straightConnector1">
                <a:avLst/>
              </a:prstGeom>
              <a:noFill/>
              <a:ln w="38100" cap="rnd" cmpd="sng">
                <a:solidFill>
                  <a:srgbClr val="0072FF"/>
                </a:solidFill>
                <a:prstDash val="solid"/>
                <a:round/>
                <a:headEnd type="none" w="sm" len="sm"/>
                <a:tailEnd type="none" w="sm" len="sm"/>
              </a:ln>
            </p:spPr>
          </p:cxnSp>
          <p:sp>
            <p:nvSpPr>
              <p:cNvPr id="151" name="Google Shape;151;p68"/>
              <p:cNvSpPr/>
              <p:nvPr/>
            </p:nvSpPr>
            <p:spPr>
              <a:xfrm>
                <a:off x="4490113" y="1232525"/>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52" name="Google Shape;152;p68"/>
            <p:cNvGrpSpPr/>
            <p:nvPr/>
          </p:nvGrpSpPr>
          <p:grpSpPr>
            <a:xfrm>
              <a:off x="-1225469" y="1860637"/>
              <a:ext cx="3835321" cy="547270"/>
              <a:chOff x="-1" y="1860637"/>
              <a:chExt cx="3835321" cy="547270"/>
            </a:xfrm>
          </p:grpSpPr>
          <p:sp>
            <p:nvSpPr>
              <p:cNvPr id="153" name="Google Shape;153;p68"/>
              <p:cNvSpPr/>
              <p:nvPr/>
            </p:nvSpPr>
            <p:spPr>
              <a:xfrm>
                <a:off x="3518565" y="1860637"/>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54" name="Google Shape;154;p68"/>
              <p:cNvCxnSpPr/>
              <p:nvPr/>
            </p:nvCxnSpPr>
            <p:spPr>
              <a:xfrm>
                <a:off x="-1" y="2407907"/>
                <a:ext cx="1985654" cy="0"/>
              </a:xfrm>
              <a:prstGeom prst="straightConnector1">
                <a:avLst/>
              </a:prstGeom>
              <a:noFill/>
              <a:ln w="38100" cap="rnd" cmpd="sng">
                <a:solidFill>
                  <a:srgbClr val="0072FF"/>
                </a:solidFill>
                <a:prstDash val="solid"/>
                <a:round/>
                <a:headEnd type="none" w="sm" len="sm"/>
                <a:tailEnd type="none" w="sm" len="sm"/>
              </a:ln>
            </p:spPr>
          </p:cxnSp>
          <p:cxnSp>
            <p:nvCxnSpPr>
              <p:cNvPr id="155" name="Google Shape;155;p68"/>
              <p:cNvCxnSpPr/>
              <p:nvPr/>
            </p:nvCxnSpPr>
            <p:spPr>
              <a:xfrm rot="10800000" flipH="1">
                <a:off x="1974958" y="2019015"/>
                <a:ext cx="463440" cy="388892"/>
              </a:xfrm>
              <a:prstGeom prst="straightConnector1">
                <a:avLst/>
              </a:prstGeom>
              <a:noFill/>
              <a:ln w="38100" cap="rnd" cmpd="sng">
                <a:solidFill>
                  <a:srgbClr val="0072FF"/>
                </a:solidFill>
                <a:prstDash val="solid"/>
                <a:round/>
                <a:headEnd type="none" w="sm" len="sm"/>
                <a:tailEnd type="none" w="sm" len="sm"/>
              </a:ln>
            </p:spPr>
          </p:cxnSp>
          <p:cxnSp>
            <p:nvCxnSpPr>
              <p:cNvPr id="156" name="Google Shape;156;p68"/>
              <p:cNvCxnSpPr/>
              <p:nvPr/>
            </p:nvCxnSpPr>
            <p:spPr>
              <a:xfrm>
                <a:off x="2438398" y="2019015"/>
                <a:ext cx="1080167" cy="0"/>
              </a:xfrm>
              <a:prstGeom prst="straightConnector1">
                <a:avLst/>
              </a:prstGeom>
              <a:noFill/>
              <a:ln w="38100" cap="rnd" cmpd="sng">
                <a:solidFill>
                  <a:srgbClr val="0072FF"/>
                </a:solidFill>
                <a:prstDash val="solid"/>
                <a:round/>
                <a:headEnd type="none" w="sm" len="sm"/>
                <a:tailEnd type="none" w="sm" len="sm"/>
              </a:ln>
            </p:spPr>
          </p:cxnSp>
        </p:grpSp>
        <p:grpSp>
          <p:nvGrpSpPr>
            <p:cNvPr id="157" name="Google Shape;157;p68"/>
            <p:cNvGrpSpPr/>
            <p:nvPr/>
          </p:nvGrpSpPr>
          <p:grpSpPr>
            <a:xfrm rot="10800000" flipH="1">
              <a:off x="-1259888" y="4408929"/>
              <a:ext cx="3835321" cy="547270"/>
              <a:chOff x="-1" y="1860637"/>
              <a:chExt cx="3835321" cy="547270"/>
            </a:xfrm>
          </p:grpSpPr>
          <p:sp>
            <p:nvSpPr>
              <p:cNvPr id="158" name="Google Shape;158;p68"/>
              <p:cNvSpPr/>
              <p:nvPr/>
            </p:nvSpPr>
            <p:spPr>
              <a:xfrm>
                <a:off x="3518565" y="1860637"/>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59" name="Google Shape;159;p68"/>
              <p:cNvCxnSpPr/>
              <p:nvPr/>
            </p:nvCxnSpPr>
            <p:spPr>
              <a:xfrm>
                <a:off x="-1" y="2407907"/>
                <a:ext cx="1985654" cy="0"/>
              </a:xfrm>
              <a:prstGeom prst="straightConnector1">
                <a:avLst/>
              </a:prstGeom>
              <a:noFill/>
              <a:ln w="38100" cap="rnd" cmpd="sng">
                <a:solidFill>
                  <a:srgbClr val="0072FF"/>
                </a:solidFill>
                <a:prstDash val="solid"/>
                <a:round/>
                <a:headEnd type="none" w="sm" len="sm"/>
                <a:tailEnd type="none" w="sm" len="sm"/>
              </a:ln>
            </p:spPr>
          </p:cxnSp>
          <p:cxnSp>
            <p:nvCxnSpPr>
              <p:cNvPr id="160" name="Google Shape;160;p68"/>
              <p:cNvCxnSpPr/>
              <p:nvPr/>
            </p:nvCxnSpPr>
            <p:spPr>
              <a:xfrm rot="10800000" flipH="1">
                <a:off x="1974958" y="2019015"/>
                <a:ext cx="463440" cy="388892"/>
              </a:xfrm>
              <a:prstGeom prst="straightConnector1">
                <a:avLst/>
              </a:prstGeom>
              <a:noFill/>
              <a:ln w="38100" cap="rnd" cmpd="sng">
                <a:solidFill>
                  <a:srgbClr val="0072FF"/>
                </a:solidFill>
                <a:prstDash val="solid"/>
                <a:round/>
                <a:headEnd type="none" w="sm" len="sm"/>
                <a:tailEnd type="none" w="sm" len="sm"/>
              </a:ln>
            </p:spPr>
          </p:cxnSp>
          <p:cxnSp>
            <p:nvCxnSpPr>
              <p:cNvPr id="161" name="Google Shape;161;p68"/>
              <p:cNvCxnSpPr/>
              <p:nvPr/>
            </p:nvCxnSpPr>
            <p:spPr>
              <a:xfrm>
                <a:off x="2438398" y="2019015"/>
                <a:ext cx="1080167" cy="0"/>
              </a:xfrm>
              <a:prstGeom prst="straightConnector1">
                <a:avLst/>
              </a:prstGeom>
              <a:noFill/>
              <a:ln w="38100" cap="rnd" cmpd="sng">
                <a:solidFill>
                  <a:srgbClr val="0072FF"/>
                </a:solidFill>
                <a:prstDash val="solid"/>
                <a:round/>
                <a:headEnd type="none" w="sm" len="sm"/>
                <a:tailEnd type="none" w="sm" len="sm"/>
              </a:ln>
            </p:spPr>
          </p:cxnSp>
        </p:grpSp>
        <p:grpSp>
          <p:nvGrpSpPr>
            <p:cNvPr id="162" name="Google Shape;162;p68"/>
            <p:cNvGrpSpPr/>
            <p:nvPr/>
          </p:nvGrpSpPr>
          <p:grpSpPr>
            <a:xfrm>
              <a:off x="-1252333" y="2715185"/>
              <a:ext cx="2776521" cy="436736"/>
              <a:chOff x="-26865" y="2715185"/>
              <a:chExt cx="2776521" cy="436736"/>
            </a:xfrm>
          </p:grpSpPr>
          <p:cxnSp>
            <p:nvCxnSpPr>
              <p:cNvPr id="163" name="Google Shape;163;p68"/>
              <p:cNvCxnSpPr/>
              <p:nvPr/>
            </p:nvCxnSpPr>
            <p:spPr>
              <a:xfrm>
                <a:off x="-26865" y="3151921"/>
                <a:ext cx="1402723" cy="0"/>
              </a:xfrm>
              <a:prstGeom prst="straightConnector1">
                <a:avLst/>
              </a:prstGeom>
              <a:noFill/>
              <a:ln w="38100" cap="rnd" cmpd="sng">
                <a:solidFill>
                  <a:srgbClr val="0072FF"/>
                </a:solidFill>
                <a:prstDash val="solid"/>
                <a:round/>
                <a:headEnd type="none" w="sm" len="sm"/>
                <a:tailEnd type="none" w="sm" len="sm"/>
              </a:ln>
            </p:spPr>
          </p:cxnSp>
          <p:cxnSp>
            <p:nvCxnSpPr>
              <p:cNvPr id="164" name="Google Shape;164;p68"/>
              <p:cNvCxnSpPr/>
              <p:nvPr/>
            </p:nvCxnSpPr>
            <p:spPr>
              <a:xfrm rot="10800000" flipH="1">
                <a:off x="1368303" y="2877197"/>
                <a:ext cx="327387" cy="274724"/>
              </a:xfrm>
              <a:prstGeom prst="straightConnector1">
                <a:avLst/>
              </a:prstGeom>
              <a:noFill/>
              <a:ln w="38100" cap="rnd" cmpd="sng">
                <a:solidFill>
                  <a:srgbClr val="0072FF"/>
                </a:solidFill>
                <a:prstDash val="solid"/>
                <a:round/>
                <a:headEnd type="none" w="sm" len="sm"/>
                <a:tailEnd type="none" w="sm" len="sm"/>
              </a:ln>
            </p:spPr>
          </p:cxnSp>
          <p:cxnSp>
            <p:nvCxnSpPr>
              <p:cNvPr id="165" name="Google Shape;165;p68"/>
              <p:cNvCxnSpPr/>
              <p:nvPr/>
            </p:nvCxnSpPr>
            <p:spPr>
              <a:xfrm>
                <a:off x="1695690" y="2877197"/>
                <a:ext cx="763061" cy="0"/>
              </a:xfrm>
              <a:prstGeom prst="straightConnector1">
                <a:avLst/>
              </a:prstGeom>
              <a:noFill/>
              <a:ln w="38100" cap="rnd" cmpd="sng">
                <a:solidFill>
                  <a:srgbClr val="0072FF"/>
                </a:solidFill>
                <a:prstDash val="solid"/>
                <a:round/>
                <a:headEnd type="none" w="sm" len="sm"/>
                <a:tailEnd type="none" w="sm" len="sm"/>
              </a:ln>
            </p:spPr>
          </p:cxnSp>
          <p:sp>
            <p:nvSpPr>
              <p:cNvPr id="166" name="Google Shape;166;p68"/>
              <p:cNvSpPr/>
              <p:nvPr/>
            </p:nvSpPr>
            <p:spPr>
              <a:xfrm>
                <a:off x="2432901" y="2715185"/>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67" name="Google Shape;167;p68"/>
            <p:cNvGrpSpPr/>
            <p:nvPr/>
          </p:nvGrpSpPr>
          <p:grpSpPr>
            <a:xfrm>
              <a:off x="-1225468" y="3843225"/>
              <a:ext cx="2802371" cy="433101"/>
              <a:chOff x="-34420" y="3843718"/>
              <a:chExt cx="2802371" cy="433101"/>
            </a:xfrm>
          </p:grpSpPr>
          <p:cxnSp>
            <p:nvCxnSpPr>
              <p:cNvPr id="168" name="Google Shape;168;p68"/>
              <p:cNvCxnSpPr/>
              <p:nvPr/>
            </p:nvCxnSpPr>
            <p:spPr>
              <a:xfrm>
                <a:off x="-34420" y="3843718"/>
                <a:ext cx="1402723" cy="0"/>
              </a:xfrm>
              <a:prstGeom prst="straightConnector1">
                <a:avLst/>
              </a:prstGeom>
              <a:noFill/>
              <a:ln w="38100" cap="rnd" cmpd="sng">
                <a:solidFill>
                  <a:srgbClr val="0072FF"/>
                </a:solidFill>
                <a:prstDash val="solid"/>
                <a:round/>
                <a:headEnd type="none" w="sm" len="sm"/>
                <a:tailEnd type="none" w="sm" len="sm"/>
              </a:ln>
            </p:spPr>
          </p:cxnSp>
          <p:cxnSp>
            <p:nvCxnSpPr>
              <p:cNvPr id="169" name="Google Shape;169;p68"/>
              <p:cNvCxnSpPr/>
              <p:nvPr/>
            </p:nvCxnSpPr>
            <p:spPr>
              <a:xfrm>
                <a:off x="1360748" y="3843718"/>
                <a:ext cx="327387" cy="274724"/>
              </a:xfrm>
              <a:prstGeom prst="straightConnector1">
                <a:avLst/>
              </a:prstGeom>
              <a:noFill/>
              <a:ln w="38100" cap="rnd" cmpd="sng">
                <a:solidFill>
                  <a:srgbClr val="0072FF"/>
                </a:solidFill>
                <a:prstDash val="solid"/>
                <a:round/>
                <a:headEnd type="none" w="sm" len="sm"/>
                <a:tailEnd type="none" w="sm" len="sm"/>
              </a:ln>
            </p:spPr>
          </p:cxnSp>
          <p:cxnSp>
            <p:nvCxnSpPr>
              <p:cNvPr id="170" name="Google Shape;170;p68"/>
              <p:cNvCxnSpPr/>
              <p:nvPr/>
            </p:nvCxnSpPr>
            <p:spPr>
              <a:xfrm>
                <a:off x="1688135" y="4118442"/>
                <a:ext cx="763061" cy="0"/>
              </a:xfrm>
              <a:prstGeom prst="straightConnector1">
                <a:avLst/>
              </a:prstGeom>
              <a:noFill/>
              <a:ln w="38100" cap="rnd" cmpd="sng">
                <a:solidFill>
                  <a:srgbClr val="0072FF"/>
                </a:solidFill>
                <a:prstDash val="solid"/>
                <a:round/>
                <a:headEnd type="none" w="sm" len="sm"/>
                <a:tailEnd type="none" w="sm" len="sm"/>
              </a:ln>
            </p:spPr>
          </p:cxnSp>
          <p:sp>
            <p:nvSpPr>
              <p:cNvPr id="171" name="Google Shape;171;p68"/>
              <p:cNvSpPr/>
              <p:nvPr/>
            </p:nvSpPr>
            <p:spPr>
              <a:xfrm>
                <a:off x="2451196" y="3960064"/>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grpSp>
        <p:nvGrpSpPr>
          <p:cNvPr id="172" name="Google Shape;172;p68"/>
          <p:cNvGrpSpPr/>
          <p:nvPr/>
        </p:nvGrpSpPr>
        <p:grpSpPr>
          <a:xfrm flipH="1">
            <a:off x="8607643" y="1121391"/>
            <a:ext cx="4841288" cy="5054000"/>
            <a:chOff x="-1259888" y="901609"/>
            <a:chExt cx="4841288" cy="5054000"/>
          </a:xfrm>
        </p:grpSpPr>
        <p:grpSp>
          <p:nvGrpSpPr>
            <p:cNvPr id="173" name="Google Shape;173;p68"/>
            <p:cNvGrpSpPr/>
            <p:nvPr/>
          </p:nvGrpSpPr>
          <p:grpSpPr>
            <a:xfrm>
              <a:off x="-1225468" y="901609"/>
              <a:ext cx="4806868" cy="664514"/>
              <a:chOff x="0" y="901609"/>
              <a:chExt cx="4806868" cy="664514"/>
            </a:xfrm>
          </p:grpSpPr>
          <p:cxnSp>
            <p:nvCxnSpPr>
              <p:cNvPr id="174" name="Google Shape;174;p68"/>
              <p:cNvCxnSpPr/>
              <p:nvPr/>
            </p:nvCxnSpPr>
            <p:spPr>
              <a:xfrm>
                <a:off x="0" y="1566123"/>
                <a:ext cx="2533933" cy="0"/>
              </a:xfrm>
              <a:prstGeom prst="straightConnector1">
                <a:avLst/>
              </a:prstGeom>
              <a:noFill/>
              <a:ln w="38100" cap="rnd" cmpd="sng">
                <a:solidFill>
                  <a:srgbClr val="0072FF"/>
                </a:solidFill>
                <a:prstDash val="solid"/>
                <a:round/>
                <a:headEnd type="none" w="sm" len="sm"/>
                <a:tailEnd type="none" w="sm" len="sm"/>
              </a:ln>
            </p:spPr>
          </p:cxnSp>
          <p:cxnSp>
            <p:nvCxnSpPr>
              <p:cNvPr id="175" name="Google Shape;175;p68"/>
              <p:cNvCxnSpPr/>
              <p:nvPr/>
            </p:nvCxnSpPr>
            <p:spPr>
              <a:xfrm rot="10800000" flipH="1">
                <a:off x="2520285" y="1059987"/>
                <a:ext cx="591405" cy="506136"/>
              </a:xfrm>
              <a:prstGeom prst="straightConnector1">
                <a:avLst/>
              </a:prstGeom>
              <a:noFill/>
              <a:ln w="38100" cap="rnd" cmpd="sng">
                <a:solidFill>
                  <a:srgbClr val="0072FF"/>
                </a:solidFill>
                <a:prstDash val="solid"/>
                <a:round/>
                <a:headEnd type="none" w="sm" len="sm"/>
                <a:tailEnd type="none" w="sm" len="sm"/>
              </a:ln>
            </p:spPr>
          </p:cxnSp>
          <p:cxnSp>
            <p:nvCxnSpPr>
              <p:cNvPr id="176" name="Google Shape;176;p68"/>
              <p:cNvCxnSpPr/>
              <p:nvPr/>
            </p:nvCxnSpPr>
            <p:spPr>
              <a:xfrm>
                <a:off x="3111690" y="1059987"/>
                <a:ext cx="1378423" cy="0"/>
              </a:xfrm>
              <a:prstGeom prst="straightConnector1">
                <a:avLst/>
              </a:prstGeom>
              <a:noFill/>
              <a:ln w="38100" cap="rnd" cmpd="sng">
                <a:solidFill>
                  <a:srgbClr val="0072FF"/>
                </a:solidFill>
                <a:prstDash val="solid"/>
                <a:round/>
                <a:headEnd type="none" w="sm" len="sm"/>
                <a:tailEnd type="none" w="sm" len="sm"/>
              </a:ln>
            </p:spPr>
          </p:cxnSp>
          <p:sp>
            <p:nvSpPr>
              <p:cNvPr id="177" name="Google Shape;177;p68"/>
              <p:cNvSpPr/>
              <p:nvPr/>
            </p:nvSpPr>
            <p:spPr>
              <a:xfrm>
                <a:off x="4490113" y="901609"/>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78" name="Google Shape;178;p68"/>
            <p:cNvGrpSpPr/>
            <p:nvPr/>
          </p:nvGrpSpPr>
          <p:grpSpPr>
            <a:xfrm rot="10800000" flipH="1">
              <a:off x="-1225468" y="5291095"/>
              <a:ext cx="4806868" cy="664514"/>
              <a:chOff x="0" y="1232525"/>
              <a:chExt cx="4806868" cy="664514"/>
            </a:xfrm>
          </p:grpSpPr>
          <p:cxnSp>
            <p:nvCxnSpPr>
              <p:cNvPr id="179" name="Google Shape;179;p68"/>
              <p:cNvCxnSpPr/>
              <p:nvPr/>
            </p:nvCxnSpPr>
            <p:spPr>
              <a:xfrm>
                <a:off x="0" y="1897039"/>
                <a:ext cx="2533933" cy="0"/>
              </a:xfrm>
              <a:prstGeom prst="straightConnector1">
                <a:avLst/>
              </a:prstGeom>
              <a:noFill/>
              <a:ln w="38100" cap="rnd" cmpd="sng">
                <a:solidFill>
                  <a:srgbClr val="0072FF"/>
                </a:solidFill>
                <a:prstDash val="solid"/>
                <a:round/>
                <a:headEnd type="none" w="sm" len="sm"/>
                <a:tailEnd type="none" w="sm" len="sm"/>
              </a:ln>
            </p:spPr>
          </p:cxnSp>
          <p:cxnSp>
            <p:nvCxnSpPr>
              <p:cNvPr id="180" name="Google Shape;180;p68"/>
              <p:cNvCxnSpPr/>
              <p:nvPr/>
            </p:nvCxnSpPr>
            <p:spPr>
              <a:xfrm rot="10800000" flipH="1">
                <a:off x="2520285" y="1390903"/>
                <a:ext cx="591405" cy="506136"/>
              </a:xfrm>
              <a:prstGeom prst="straightConnector1">
                <a:avLst/>
              </a:prstGeom>
              <a:noFill/>
              <a:ln w="38100" cap="rnd" cmpd="sng">
                <a:solidFill>
                  <a:srgbClr val="0072FF"/>
                </a:solidFill>
                <a:prstDash val="solid"/>
                <a:round/>
                <a:headEnd type="none" w="sm" len="sm"/>
                <a:tailEnd type="none" w="sm" len="sm"/>
              </a:ln>
            </p:spPr>
          </p:cxnSp>
          <p:cxnSp>
            <p:nvCxnSpPr>
              <p:cNvPr id="181" name="Google Shape;181;p68"/>
              <p:cNvCxnSpPr/>
              <p:nvPr/>
            </p:nvCxnSpPr>
            <p:spPr>
              <a:xfrm>
                <a:off x="3111690" y="1390903"/>
                <a:ext cx="1378423" cy="0"/>
              </a:xfrm>
              <a:prstGeom prst="straightConnector1">
                <a:avLst/>
              </a:prstGeom>
              <a:noFill/>
              <a:ln w="38100" cap="rnd" cmpd="sng">
                <a:solidFill>
                  <a:srgbClr val="0072FF"/>
                </a:solidFill>
                <a:prstDash val="solid"/>
                <a:round/>
                <a:headEnd type="none" w="sm" len="sm"/>
                <a:tailEnd type="none" w="sm" len="sm"/>
              </a:ln>
            </p:spPr>
          </p:cxnSp>
          <p:sp>
            <p:nvSpPr>
              <p:cNvPr id="182" name="Google Shape;182;p68"/>
              <p:cNvSpPr/>
              <p:nvPr/>
            </p:nvSpPr>
            <p:spPr>
              <a:xfrm>
                <a:off x="4490113" y="1232525"/>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83" name="Google Shape;183;p68"/>
            <p:cNvGrpSpPr/>
            <p:nvPr/>
          </p:nvGrpSpPr>
          <p:grpSpPr>
            <a:xfrm>
              <a:off x="-1225469" y="1860637"/>
              <a:ext cx="3835321" cy="547270"/>
              <a:chOff x="-1" y="1860637"/>
              <a:chExt cx="3835321" cy="547270"/>
            </a:xfrm>
          </p:grpSpPr>
          <p:sp>
            <p:nvSpPr>
              <p:cNvPr id="184" name="Google Shape;184;p68"/>
              <p:cNvSpPr/>
              <p:nvPr/>
            </p:nvSpPr>
            <p:spPr>
              <a:xfrm>
                <a:off x="3518565" y="1860637"/>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85" name="Google Shape;185;p68"/>
              <p:cNvCxnSpPr/>
              <p:nvPr/>
            </p:nvCxnSpPr>
            <p:spPr>
              <a:xfrm>
                <a:off x="-1" y="2407907"/>
                <a:ext cx="1985654" cy="0"/>
              </a:xfrm>
              <a:prstGeom prst="straightConnector1">
                <a:avLst/>
              </a:prstGeom>
              <a:noFill/>
              <a:ln w="38100" cap="rnd" cmpd="sng">
                <a:solidFill>
                  <a:srgbClr val="0072FF"/>
                </a:solidFill>
                <a:prstDash val="solid"/>
                <a:round/>
                <a:headEnd type="none" w="sm" len="sm"/>
                <a:tailEnd type="none" w="sm" len="sm"/>
              </a:ln>
            </p:spPr>
          </p:cxnSp>
          <p:cxnSp>
            <p:nvCxnSpPr>
              <p:cNvPr id="186" name="Google Shape;186;p68"/>
              <p:cNvCxnSpPr/>
              <p:nvPr/>
            </p:nvCxnSpPr>
            <p:spPr>
              <a:xfrm rot="10800000" flipH="1">
                <a:off x="1974958" y="2019015"/>
                <a:ext cx="463440" cy="388892"/>
              </a:xfrm>
              <a:prstGeom prst="straightConnector1">
                <a:avLst/>
              </a:prstGeom>
              <a:noFill/>
              <a:ln w="38100" cap="rnd" cmpd="sng">
                <a:solidFill>
                  <a:srgbClr val="0072FF"/>
                </a:solidFill>
                <a:prstDash val="solid"/>
                <a:round/>
                <a:headEnd type="none" w="sm" len="sm"/>
                <a:tailEnd type="none" w="sm" len="sm"/>
              </a:ln>
            </p:spPr>
          </p:cxnSp>
          <p:cxnSp>
            <p:nvCxnSpPr>
              <p:cNvPr id="187" name="Google Shape;187;p68"/>
              <p:cNvCxnSpPr/>
              <p:nvPr/>
            </p:nvCxnSpPr>
            <p:spPr>
              <a:xfrm>
                <a:off x="2438398" y="2019015"/>
                <a:ext cx="1080167" cy="0"/>
              </a:xfrm>
              <a:prstGeom prst="straightConnector1">
                <a:avLst/>
              </a:prstGeom>
              <a:noFill/>
              <a:ln w="38100" cap="rnd" cmpd="sng">
                <a:solidFill>
                  <a:srgbClr val="0072FF"/>
                </a:solidFill>
                <a:prstDash val="solid"/>
                <a:round/>
                <a:headEnd type="none" w="sm" len="sm"/>
                <a:tailEnd type="none" w="sm" len="sm"/>
              </a:ln>
            </p:spPr>
          </p:cxnSp>
        </p:grpSp>
        <p:grpSp>
          <p:nvGrpSpPr>
            <p:cNvPr id="188" name="Google Shape;188;p68"/>
            <p:cNvGrpSpPr/>
            <p:nvPr/>
          </p:nvGrpSpPr>
          <p:grpSpPr>
            <a:xfrm rot="10800000" flipH="1">
              <a:off x="-1259888" y="4408929"/>
              <a:ext cx="3835321" cy="547270"/>
              <a:chOff x="-1" y="1860637"/>
              <a:chExt cx="3835321" cy="547270"/>
            </a:xfrm>
          </p:grpSpPr>
          <p:sp>
            <p:nvSpPr>
              <p:cNvPr id="189" name="Google Shape;189;p68"/>
              <p:cNvSpPr/>
              <p:nvPr/>
            </p:nvSpPr>
            <p:spPr>
              <a:xfrm>
                <a:off x="3518565" y="1860637"/>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90" name="Google Shape;190;p68"/>
              <p:cNvCxnSpPr/>
              <p:nvPr/>
            </p:nvCxnSpPr>
            <p:spPr>
              <a:xfrm>
                <a:off x="-1" y="2407907"/>
                <a:ext cx="1985654" cy="0"/>
              </a:xfrm>
              <a:prstGeom prst="straightConnector1">
                <a:avLst/>
              </a:prstGeom>
              <a:noFill/>
              <a:ln w="38100" cap="rnd" cmpd="sng">
                <a:solidFill>
                  <a:srgbClr val="0072FF"/>
                </a:solidFill>
                <a:prstDash val="solid"/>
                <a:round/>
                <a:headEnd type="none" w="sm" len="sm"/>
                <a:tailEnd type="none" w="sm" len="sm"/>
              </a:ln>
            </p:spPr>
          </p:cxnSp>
          <p:cxnSp>
            <p:nvCxnSpPr>
              <p:cNvPr id="191" name="Google Shape;191;p68"/>
              <p:cNvCxnSpPr/>
              <p:nvPr/>
            </p:nvCxnSpPr>
            <p:spPr>
              <a:xfrm rot="10800000" flipH="1">
                <a:off x="1974958" y="2019015"/>
                <a:ext cx="463440" cy="388892"/>
              </a:xfrm>
              <a:prstGeom prst="straightConnector1">
                <a:avLst/>
              </a:prstGeom>
              <a:noFill/>
              <a:ln w="38100" cap="rnd" cmpd="sng">
                <a:solidFill>
                  <a:srgbClr val="0072FF"/>
                </a:solidFill>
                <a:prstDash val="solid"/>
                <a:round/>
                <a:headEnd type="none" w="sm" len="sm"/>
                <a:tailEnd type="none" w="sm" len="sm"/>
              </a:ln>
            </p:spPr>
          </p:cxnSp>
          <p:cxnSp>
            <p:nvCxnSpPr>
              <p:cNvPr id="192" name="Google Shape;192;p68"/>
              <p:cNvCxnSpPr/>
              <p:nvPr/>
            </p:nvCxnSpPr>
            <p:spPr>
              <a:xfrm>
                <a:off x="2438398" y="2019015"/>
                <a:ext cx="1080167" cy="0"/>
              </a:xfrm>
              <a:prstGeom prst="straightConnector1">
                <a:avLst/>
              </a:prstGeom>
              <a:noFill/>
              <a:ln w="38100" cap="rnd" cmpd="sng">
                <a:solidFill>
                  <a:srgbClr val="0072FF"/>
                </a:solidFill>
                <a:prstDash val="solid"/>
                <a:round/>
                <a:headEnd type="none" w="sm" len="sm"/>
                <a:tailEnd type="none" w="sm" len="sm"/>
              </a:ln>
            </p:spPr>
          </p:cxnSp>
        </p:grpSp>
        <p:grpSp>
          <p:nvGrpSpPr>
            <p:cNvPr id="193" name="Google Shape;193;p68"/>
            <p:cNvGrpSpPr/>
            <p:nvPr/>
          </p:nvGrpSpPr>
          <p:grpSpPr>
            <a:xfrm>
              <a:off x="-1252333" y="2715185"/>
              <a:ext cx="2776521" cy="436736"/>
              <a:chOff x="-26865" y="2715185"/>
              <a:chExt cx="2776521" cy="436736"/>
            </a:xfrm>
          </p:grpSpPr>
          <p:cxnSp>
            <p:nvCxnSpPr>
              <p:cNvPr id="194" name="Google Shape;194;p68"/>
              <p:cNvCxnSpPr/>
              <p:nvPr/>
            </p:nvCxnSpPr>
            <p:spPr>
              <a:xfrm>
                <a:off x="-26865" y="3151921"/>
                <a:ext cx="1402723" cy="0"/>
              </a:xfrm>
              <a:prstGeom prst="straightConnector1">
                <a:avLst/>
              </a:prstGeom>
              <a:noFill/>
              <a:ln w="38100" cap="rnd" cmpd="sng">
                <a:solidFill>
                  <a:srgbClr val="0072FF"/>
                </a:solidFill>
                <a:prstDash val="solid"/>
                <a:round/>
                <a:headEnd type="none" w="sm" len="sm"/>
                <a:tailEnd type="none" w="sm" len="sm"/>
              </a:ln>
            </p:spPr>
          </p:cxnSp>
          <p:cxnSp>
            <p:nvCxnSpPr>
              <p:cNvPr id="195" name="Google Shape;195;p68"/>
              <p:cNvCxnSpPr/>
              <p:nvPr/>
            </p:nvCxnSpPr>
            <p:spPr>
              <a:xfrm rot="10800000" flipH="1">
                <a:off x="1368303" y="2877197"/>
                <a:ext cx="327387" cy="274724"/>
              </a:xfrm>
              <a:prstGeom prst="straightConnector1">
                <a:avLst/>
              </a:prstGeom>
              <a:noFill/>
              <a:ln w="38100" cap="rnd" cmpd="sng">
                <a:solidFill>
                  <a:srgbClr val="0072FF"/>
                </a:solidFill>
                <a:prstDash val="solid"/>
                <a:round/>
                <a:headEnd type="none" w="sm" len="sm"/>
                <a:tailEnd type="none" w="sm" len="sm"/>
              </a:ln>
            </p:spPr>
          </p:cxnSp>
          <p:cxnSp>
            <p:nvCxnSpPr>
              <p:cNvPr id="196" name="Google Shape;196;p68"/>
              <p:cNvCxnSpPr/>
              <p:nvPr/>
            </p:nvCxnSpPr>
            <p:spPr>
              <a:xfrm>
                <a:off x="1695690" y="2877197"/>
                <a:ext cx="763061" cy="0"/>
              </a:xfrm>
              <a:prstGeom prst="straightConnector1">
                <a:avLst/>
              </a:prstGeom>
              <a:noFill/>
              <a:ln w="38100" cap="rnd" cmpd="sng">
                <a:solidFill>
                  <a:srgbClr val="0072FF"/>
                </a:solidFill>
                <a:prstDash val="solid"/>
                <a:round/>
                <a:headEnd type="none" w="sm" len="sm"/>
                <a:tailEnd type="none" w="sm" len="sm"/>
              </a:ln>
            </p:spPr>
          </p:cxnSp>
          <p:sp>
            <p:nvSpPr>
              <p:cNvPr id="197" name="Google Shape;197;p68"/>
              <p:cNvSpPr/>
              <p:nvPr/>
            </p:nvSpPr>
            <p:spPr>
              <a:xfrm>
                <a:off x="2432901" y="2715185"/>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98" name="Google Shape;198;p68"/>
            <p:cNvGrpSpPr/>
            <p:nvPr/>
          </p:nvGrpSpPr>
          <p:grpSpPr>
            <a:xfrm>
              <a:off x="-1225468" y="3843225"/>
              <a:ext cx="2802371" cy="433101"/>
              <a:chOff x="-34420" y="3843718"/>
              <a:chExt cx="2802371" cy="433101"/>
            </a:xfrm>
          </p:grpSpPr>
          <p:cxnSp>
            <p:nvCxnSpPr>
              <p:cNvPr id="199" name="Google Shape;199;p68"/>
              <p:cNvCxnSpPr/>
              <p:nvPr/>
            </p:nvCxnSpPr>
            <p:spPr>
              <a:xfrm>
                <a:off x="-34420" y="3843718"/>
                <a:ext cx="1402723" cy="0"/>
              </a:xfrm>
              <a:prstGeom prst="straightConnector1">
                <a:avLst/>
              </a:prstGeom>
              <a:noFill/>
              <a:ln w="38100" cap="rnd" cmpd="sng">
                <a:solidFill>
                  <a:srgbClr val="0072FF"/>
                </a:solidFill>
                <a:prstDash val="solid"/>
                <a:round/>
                <a:headEnd type="none" w="sm" len="sm"/>
                <a:tailEnd type="none" w="sm" len="sm"/>
              </a:ln>
            </p:spPr>
          </p:cxnSp>
          <p:cxnSp>
            <p:nvCxnSpPr>
              <p:cNvPr id="200" name="Google Shape;200;p68"/>
              <p:cNvCxnSpPr/>
              <p:nvPr/>
            </p:nvCxnSpPr>
            <p:spPr>
              <a:xfrm>
                <a:off x="1360748" y="3843718"/>
                <a:ext cx="327387" cy="274724"/>
              </a:xfrm>
              <a:prstGeom prst="straightConnector1">
                <a:avLst/>
              </a:prstGeom>
              <a:noFill/>
              <a:ln w="38100" cap="rnd" cmpd="sng">
                <a:solidFill>
                  <a:srgbClr val="0072FF"/>
                </a:solidFill>
                <a:prstDash val="solid"/>
                <a:round/>
                <a:headEnd type="none" w="sm" len="sm"/>
                <a:tailEnd type="none" w="sm" len="sm"/>
              </a:ln>
            </p:spPr>
          </p:cxnSp>
          <p:cxnSp>
            <p:nvCxnSpPr>
              <p:cNvPr id="201" name="Google Shape;201;p68"/>
              <p:cNvCxnSpPr/>
              <p:nvPr/>
            </p:nvCxnSpPr>
            <p:spPr>
              <a:xfrm>
                <a:off x="1688135" y="4118442"/>
                <a:ext cx="763061" cy="0"/>
              </a:xfrm>
              <a:prstGeom prst="straightConnector1">
                <a:avLst/>
              </a:prstGeom>
              <a:noFill/>
              <a:ln w="38100" cap="rnd" cmpd="sng">
                <a:solidFill>
                  <a:srgbClr val="0072FF"/>
                </a:solidFill>
                <a:prstDash val="solid"/>
                <a:round/>
                <a:headEnd type="none" w="sm" len="sm"/>
                <a:tailEnd type="none" w="sm" len="sm"/>
              </a:ln>
            </p:spPr>
          </p:cxnSp>
          <p:sp>
            <p:nvSpPr>
              <p:cNvPr id="202" name="Google Shape;202;p68"/>
              <p:cNvSpPr/>
              <p:nvPr/>
            </p:nvSpPr>
            <p:spPr>
              <a:xfrm>
                <a:off x="2451196" y="3960064"/>
                <a:ext cx="316755" cy="316755"/>
              </a:xfrm>
              <a:prstGeom prst="ellipse">
                <a:avLst/>
              </a:prstGeom>
              <a:gradFill>
                <a:gsLst>
                  <a:gs pos="0">
                    <a:srgbClr val="0072FF"/>
                  </a:gs>
                  <a:gs pos="100000">
                    <a:srgbClr val="00C6FF"/>
                  </a:gs>
                </a:gsLst>
                <a:lin ang="2700000" scaled="0"/>
              </a:gradFill>
              <a:ln w="9525" cap="rnd" cmpd="sng">
                <a:solidFill>
                  <a:srgbClr val="0072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sp>
        <p:nvSpPr>
          <p:cNvPr id="203" name="Google Shape;203;p68"/>
          <p:cNvSpPr/>
          <p:nvPr/>
        </p:nvSpPr>
        <p:spPr>
          <a:xfrm>
            <a:off x="11924591" y="6583140"/>
            <a:ext cx="233916" cy="23391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204" name="Google Shape;204;p68"/>
          <p:cNvSpPr txBox="1">
            <a:spLocks noGrp="1"/>
          </p:cNvSpPr>
          <p:nvPr>
            <p:ph type="sldNum" idx="12"/>
          </p:nvPr>
        </p:nvSpPr>
        <p:spPr>
          <a:xfrm>
            <a:off x="11900400" y="6566400"/>
            <a:ext cx="291600" cy="2916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205" name="Google Shape;205;p68"/>
          <p:cNvSpPr txBox="1"/>
          <p:nvPr/>
        </p:nvSpPr>
        <p:spPr>
          <a:xfrm>
            <a:off x="4702630" y="640081"/>
            <a:ext cx="3028822" cy="646331"/>
          </a:xfrm>
          <a:prstGeom prst="rect">
            <a:avLst/>
          </a:prstGeom>
          <a:gradFill>
            <a:gsLst>
              <a:gs pos="0">
                <a:srgbClr val="0072FF"/>
              </a:gs>
              <a:gs pos="100000">
                <a:srgbClr val="00C6FF"/>
              </a:gs>
            </a:gsLst>
            <a:path path="circle">
              <a:fillToRect l="50000" t="50000" r="50000" b="50000"/>
            </a:path>
            <a:tileRect/>
          </a:grad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3600" b="1">
                <a:solidFill>
                  <a:schemeClr val="lt1"/>
                </a:solidFill>
                <a:latin typeface="Times New Roman"/>
                <a:ea typeface="Times New Roman"/>
                <a:cs typeface="Times New Roman"/>
                <a:sym typeface="Times New Roman"/>
              </a:rPr>
              <a:t>NỘI DUNG</a:t>
            </a:r>
            <a:endParaRPr/>
          </a:p>
        </p:txBody>
      </p:sp>
      <p:sp>
        <p:nvSpPr>
          <p:cNvPr id="206" name="Google Shape;206;p68"/>
          <p:cNvSpPr txBox="1">
            <a:spLocks noGrp="1"/>
          </p:cNvSpPr>
          <p:nvPr>
            <p:ph type="body" idx="1"/>
          </p:nvPr>
        </p:nvSpPr>
        <p:spPr>
          <a:xfrm>
            <a:off x="2735144" y="1286346"/>
            <a:ext cx="6721714" cy="4699000"/>
          </a:xfrm>
          <a:prstGeom prst="rect">
            <a:avLst/>
          </a:prstGeom>
          <a:noFill/>
          <a:ln>
            <a:noFill/>
          </a:ln>
        </p:spPr>
        <p:txBody>
          <a:bodyPr spcFirstLastPara="1" wrap="square" lIns="91425" tIns="45700" rIns="91425" bIns="45700" anchor="ctr" anchorCtr="0">
            <a:normAutofit/>
          </a:bodyPr>
          <a:lstStyle>
            <a:lvl1pPr marL="457200" lvl="0" indent="-368300" algn="just">
              <a:lnSpc>
                <a:spcPct val="90000"/>
              </a:lnSpc>
              <a:spcBef>
                <a:spcPts val="1000"/>
              </a:spcBef>
              <a:spcAft>
                <a:spcPts val="0"/>
              </a:spcAft>
              <a:buClr>
                <a:schemeClr val="dk1"/>
              </a:buClr>
              <a:buSzPts val="2200"/>
              <a:buFont typeface="Calibri"/>
              <a:buAutoNum type="arabicPeriod"/>
              <a:defRPr sz="2200">
                <a:latin typeface="Arial"/>
                <a:ea typeface="Arial"/>
                <a:cs typeface="Arial"/>
                <a:sym typeface="Arial"/>
              </a:defRPr>
            </a:lvl1pPr>
            <a:lvl2pPr marL="914400" lvl="1" indent="-381000" algn="ctr">
              <a:lnSpc>
                <a:spcPct val="90000"/>
              </a:lnSpc>
              <a:spcBef>
                <a:spcPts val="500"/>
              </a:spcBef>
              <a:spcAft>
                <a:spcPts val="0"/>
              </a:spcAft>
              <a:buClr>
                <a:schemeClr val="dk1"/>
              </a:buClr>
              <a:buSzPts val="2400"/>
              <a:buFont typeface="Calibri"/>
              <a:buAutoNum type="arabicPeriod"/>
              <a:defRPr>
                <a:latin typeface="Arial"/>
                <a:ea typeface="Arial"/>
                <a:cs typeface="Arial"/>
                <a:sym typeface="Arial"/>
              </a:defRPr>
            </a:lvl2pPr>
            <a:lvl3pPr marL="1371600" lvl="2" indent="-355600" algn="ctr">
              <a:lnSpc>
                <a:spcPct val="90000"/>
              </a:lnSpc>
              <a:spcBef>
                <a:spcPts val="500"/>
              </a:spcBef>
              <a:spcAft>
                <a:spcPts val="0"/>
              </a:spcAft>
              <a:buClr>
                <a:schemeClr val="dk1"/>
              </a:buClr>
              <a:buSzPts val="2000"/>
              <a:buFont typeface="Calibri"/>
              <a:buAutoNum type="arabicPeriod"/>
              <a:defRPr>
                <a:latin typeface="Arial"/>
                <a:ea typeface="Arial"/>
                <a:cs typeface="Arial"/>
                <a:sym typeface="Arial"/>
              </a:defRPr>
            </a:lvl3pPr>
            <a:lvl4pPr marL="1828800" lvl="3" indent="-3429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4pPr>
            <a:lvl5pPr marL="2286000" lvl="4" indent="-3429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7" name="Google Shape;207;p68"/>
          <p:cNvSpPr/>
          <p:nvPr/>
        </p:nvSpPr>
        <p:spPr>
          <a:xfrm rot="10800000">
            <a:off x="0" y="0"/>
            <a:ext cx="715617" cy="616911"/>
          </a:xfrm>
          <a:prstGeom prst="triangle">
            <a:avLst>
              <a:gd name="adj" fmla="val 100000"/>
            </a:avLst>
          </a:prstGeom>
          <a:solidFill>
            <a:srgbClr val="0072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08" name="Google Shape;208;p68"/>
          <p:cNvGrpSpPr/>
          <p:nvPr/>
        </p:nvGrpSpPr>
        <p:grpSpPr>
          <a:xfrm>
            <a:off x="58527" y="40944"/>
            <a:ext cx="2869771" cy="886519"/>
            <a:chOff x="44879" y="27296"/>
            <a:chExt cx="2869771" cy="886519"/>
          </a:xfrm>
        </p:grpSpPr>
        <p:cxnSp>
          <p:nvCxnSpPr>
            <p:cNvPr id="209" name="Google Shape;209;p68"/>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210" name="Google Shape;210;p68"/>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211" name="Google Shape;211;p68"/>
            <p:cNvCxnSpPr/>
            <p:nvPr/>
          </p:nvCxnSpPr>
          <p:spPr>
            <a:xfrm rot="10800000">
              <a:off x="52214" y="654128"/>
              <a:ext cx="0" cy="259687"/>
            </a:xfrm>
            <a:prstGeom prst="straightConnector1">
              <a:avLst/>
            </a:prstGeom>
            <a:noFill/>
            <a:ln w="38100" cap="flat" cmpd="sng">
              <a:solidFill>
                <a:srgbClr val="00C6FF"/>
              </a:solidFill>
              <a:prstDash val="solid"/>
              <a:miter lim="800000"/>
              <a:headEnd type="none" w="sm" len="sm"/>
              <a:tailEnd type="none" w="sm" len="sm"/>
            </a:ln>
          </p:spPr>
        </p:cxnSp>
      </p:grpSp>
      <p:pic>
        <p:nvPicPr>
          <p:cNvPr id="212" name="Google Shape;212;p68" descr="A picture containing clipart, vector graphics&#10;&#10;Description automatically generated"/>
          <p:cNvPicPr preferRelativeResize="0"/>
          <p:nvPr/>
        </p:nvPicPr>
        <p:blipFill rotWithShape="1">
          <a:blip r:embed="rId2">
            <a:alphaModFix/>
          </a:blip>
          <a:srcRect/>
          <a:stretch/>
        </p:blipFill>
        <p:spPr>
          <a:xfrm>
            <a:off x="412638" y="362637"/>
            <a:ext cx="544288" cy="450213"/>
          </a:xfrm>
          <a:prstGeom prst="rect">
            <a:avLst/>
          </a:prstGeom>
          <a:noFill/>
          <a:ln>
            <a:noFill/>
          </a:ln>
        </p:spPr>
      </p:pic>
      <p:sp>
        <p:nvSpPr>
          <p:cNvPr id="213" name="Google Shape;213;p68"/>
          <p:cNvSpPr txBox="1">
            <a:spLocks noGrp="1"/>
          </p:cNvSpPr>
          <p:nvPr>
            <p:ph type="dt" idx="10"/>
          </p:nvPr>
        </p:nvSpPr>
        <p:spPr>
          <a:xfrm>
            <a:off x="796022" y="6454635"/>
            <a:ext cx="2132276" cy="2668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iêu đề chương">
  <p:cSld name="1_Tiêu đề chương">
    <p:spTree>
      <p:nvGrpSpPr>
        <p:cNvPr id="1" name="Shape 214"/>
        <p:cNvGrpSpPr/>
        <p:nvPr/>
      </p:nvGrpSpPr>
      <p:grpSpPr>
        <a:xfrm>
          <a:off x="0" y="0"/>
          <a:ext cx="0" cy="0"/>
          <a:chOff x="0" y="0"/>
          <a:chExt cx="0" cy="0"/>
        </a:xfrm>
      </p:grpSpPr>
      <p:pic>
        <p:nvPicPr>
          <p:cNvPr id="215" name="Google Shape;215;p69" descr="Background pattern&#10;&#10;Description automatically generated"/>
          <p:cNvPicPr preferRelativeResize="0"/>
          <p:nvPr/>
        </p:nvPicPr>
        <p:blipFill rotWithShape="1">
          <a:blip r:embed="rId2">
            <a:alphaModFix/>
          </a:blip>
          <a:srcRect/>
          <a:stretch/>
        </p:blipFill>
        <p:spPr>
          <a:xfrm>
            <a:off x="-1" y="-1"/>
            <a:ext cx="12192001" cy="6854889"/>
          </a:xfrm>
          <a:prstGeom prst="rect">
            <a:avLst/>
          </a:prstGeom>
          <a:noFill/>
          <a:ln>
            <a:noFill/>
          </a:ln>
        </p:spPr>
      </p:pic>
      <p:sp>
        <p:nvSpPr>
          <p:cNvPr id="216" name="Google Shape;216;p69"/>
          <p:cNvSpPr/>
          <p:nvPr/>
        </p:nvSpPr>
        <p:spPr>
          <a:xfrm>
            <a:off x="0" y="0"/>
            <a:ext cx="12192000" cy="6858000"/>
          </a:xfrm>
          <a:prstGeom prst="rect">
            <a:avLst/>
          </a:prstGeom>
          <a:gradFill>
            <a:gsLst>
              <a:gs pos="0">
                <a:srgbClr val="0A4671">
                  <a:alpha val="74901"/>
                </a:srgbClr>
              </a:gs>
              <a:gs pos="100000">
                <a:srgbClr val="0A467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7" name="Google Shape;217;p69"/>
          <p:cNvSpPr/>
          <p:nvPr/>
        </p:nvSpPr>
        <p:spPr>
          <a:xfrm>
            <a:off x="16026" y="4629289"/>
            <a:ext cx="434350" cy="346950"/>
          </a:xfrm>
          <a:prstGeom prst="rect">
            <a:avLst/>
          </a:prstGeom>
          <a:solidFill>
            <a:srgbClr val="00F7FF"/>
          </a:solidFill>
          <a:ln w="12700" cap="flat" cmpd="sng">
            <a:solidFill>
              <a:srgbClr val="00F7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8" name="Google Shape;218;p69"/>
          <p:cNvSpPr/>
          <p:nvPr/>
        </p:nvSpPr>
        <p:spPr>
          <a:xfrm>
            <a:off x="16026" y="5005641"/>
            <a:ext cx="434350" cy="346950"/>
          </a:xfrm>
          <a:prstGeom prst="rect">
            <a:avLst/>
          </a:prstGeom>
          <a:solidFill>
            <a:srgbClr val="00F7FF"/>
          </a:solidFill>
          <a:ln w="12700" cap="flat" cmpd="sng">
            <a:solidFill>
              <a:srgbClr val="00F7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9" name="Google Shape;219;p69"/>
          <p:cNvSpPr/>
          <p:nvPr/>
        </p:nvSpPr>
        <p:spPr>
          <a:xfrm>
            <a:off x="16026" y="5381993"/>
            <a:ext cx="434350" cy="346950"/>
          </a:xfrm>
          <a:prstGeom prst="rect">
            <a:avLst/>
          </a:prstGeom>
          <a:solidFill>
            <a:srgbClr val="00F7FF"/>
          </a:solidFill>
          <a:ln w="12700" cap="flat" cmpd="sng">
            <a:solidFill>
              <a:srgbClr val="00F7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0" name="Google Shape;220;p69"/>
          <p:cNvSpPr/>
          <p:nvPr/>
        </p:nvSpPr>
        <p:spPr>
          <a:xfrm>
            <a:off x="16026" y="5758345"/>
            <a:ext cx="434350" cy="346950"/>
          </a:xfrm>
          <a:prstGeom prst="rect">
            <a:avLst/>
          </a:prstGeom>
          <a:noFill/>
          <a:ln w="12700" cap="flat" cmpd="sng">
            <a:solidFill>
              <a:srgbClr val="00F7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1" name="Google Shape;221;p69"/>
          <p:cNvSpPr/>
          <p:nvPr/>
        </p:nvSpPr>
        <p:spPr>
          <a:xfrm>
            <a:off x="16026" y="6134697"/>
            <a:ext cx="434350" cy="346950"/>
          </a:xfrm>
          <a:prstGeom prst="rect">
            <a:avLst/>
          </a:prstGeom>
          <a:noFill/>
          <a:ln w="12700" cap="flat" cmpd="sng">
            <a:solidFill>
              <a:srgbClr val="00F7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2" name="Google Shape;222;p69"/>
          <p:cNvSpPr/>
          <p:nvPr/>
        </p:nvSpPr>
        <p:spPr>
          <a:xfrm>
            <a:off x="16026" y="6511050"/>
            <a:ext cx="434350" cy="346950"/>
          </a:xfrm>
          <a:prstGeom prst="rect">
            <a:avLst/>
          </a:prstGeom>
          <a:noFill/>
          <a:ln w="12700" cap="flat" cmpd="sng">
            <a:solidFill>
              <a:srgbClr val="00F7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3" name="Google Shape;223;p69"/>
          <p:cNvSpPr/>
          <p:nvPr/>
        </p:nvSpPr>
        <p:spPr>
          <a:xfrm rot="10800000">
            <a:off x="0" y="0"/>
            <a:ext cx="715617" cy="616911"/>
          </a:xfrm>
          <a:prstGeom prst="triangle">
            <a:avLst>
              <a:gd name="adj" fmla="val 100000"/>
            </a:avLst>
          </a:prstGeom>
          <a:solidFill>
            <a:srgbClr val="00F7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24" name="Google Shape;224;p69"/>
          <p:cNvGrpSpPr/>
          <p:nvPr/>
        </p:nvGrpSpPr>
        <p:grpSpPr>
          <a:xfrm>
            <a:off x="58527" y="40944"/>
            <a:ext cx="2869771" cy="1563379"/>
            <a:chOff x="44879" y="27296"/>
            <a:chExt cx="2869771" cy="1563379"/>
          </a:xfrm>
        </p:grpSpPr>
        <p:cxnSp>
          <p:nvCxnSpPr>
            <p:cNvPr id="225" name="Google Shape;225;p69"/>
            <p:cNvCxnSpPr/>
            <p:nvPr/>
          </p:nvCxnSpPr>
          <p:spPr>
            <a:xfrm rot="10800000">
              <a:off x="766351" y="34631"/>
              <a:ext cx="2148299" cy="0"/>
            </a:xfrm>
            <a:prstGeom prst="straightConnector1">
              <a:avLst/>
            </a:prstGeom>
            <a:noFill/>
            <a:ln w="38100" cap="flat" cmpd="sng">
              <a:solidFill>
                <a:srgbClr val="00F7FF"/>
              </a:solidFill>
              <a:prstDash val="solid"/>
              <a:miter lim="800000"/>
              <a:headEnd type="none" w="sm" len="sm"/>
              <a:tailEnd type="none" w="sm" len="sm"/>
            </a:ln>
          </p:spPr>
        </p:cxnSp>
        <p:cxnSp>
          <p:nvCxnSpPr>
            <p:cNvPr id="226" name="Google Shape;226;p69"/>
            <p:cNvCxnSpPr/>
            <p:nvPr/>
          </p:nvCxnSpPr>
          <p:spPr>
            <a:xfrm flipH="1">
              <a:off x="44879" y="27296"/>
              <a:ext cx="737495" cy="644210"/>
            </a:xfrm>
            <a:prstGeom prst="straightConnector1">
              <a:avLst/>
            </a:prstGeom>
            <a:noFill/>
            <a:ln w="38100" cap="flat" cmpd="sng">
              <a:solidFill>
                <a:srgbClr val="00F7FF"/>
              </a:solidFill>
              <a:prstDash val="solid"/>
              <a:miter lim="800000"/>
              <a:headEnd type="none" w="sm" len="sm"/>
              <a:tailEnd type="none" w="sm" len="sm"/>
            </a:ln>
          </p:spPr>
        </p:cxnSp>
        <p:cxnSp>
          <p:nvCxnSpPr>
            <p:cNvPr id="227" name="Google Shape;227;p69"/>
            <p:cNvCxnSpPr/>
            <p:nvPr/>
          </p:nvCxnSpPr>
          <p:spPr>
            <a:xfrm rot="10800000">
              <a:off x="52214" y="654128"/>
              <a:ext cx="0" cy="936547"/>
            </a:xfrm>
            <a:prstGeom prst="straightConnector1">
              <a:avLst/>
            </a:prstGeom>
            <a:noFill/>
            <a:ln w="38100" cap="flat" cmpd="sng">
              <a:solidFill>
                <a:srgbClr val="00F7FF"/>
              </a:solidFill>
              <a:prstDash val="solid"/>
              <a:miter lim="800000"/>
              <a:headEnd type="none" w="sm" len="sm"/>
              <a:tailEnd type="none" w="sm" len="sm"/>
            </a:ln>
          </p:spPr>
        </p:cxnSp>
      </p:grpSp>
      <p:sp>
        <p:nvSpPr>
          <p:cNvPr id="228" name="Google Shape;228;p69"/>
          <p:cNvSpPr/>
          <p:nvPr/>
        </p:nvSpPr>
        <p:spPr>
          <a:xfrm>
            <a:off x="11476383" y="6241089"/>
            <a:ext cx="715617" cy="616911"/>
          </a:xfrm>
          <a:prstGeom prst="triangle">
            <a:avLst>
              <a:gd name="adj" fmla="val 100000"/>
            </a:avLst>
          </a:prstGeom>
          <a:solidFill>
            <a:srgbClr val="00F7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29" name="Google Shape;229;p69"/>
          <p:cNvGrpSpPr/>
          <p:nvPr/>
        </p:nvGrpSpPr>
        <p:grpSpPr>
          <a:xfrm rot="10800000">
            <a:off x="9263702" y="5253677"/>
            <a:ext cx="2869771" cy="1563379"/>
            <a:chOff x="44879" y="27296"/>
            <a:chExt cx="2869771" cy="1563379"/>
          </a:xfrm>
        </p:grpSpPr>
        <p:cxnSp>
          <p:nvCxnSpPr>
            <p:cNvPr id="230" name="Google Shape;230;p69"/>
            <p:cNvCxnSpPr/>
            <p:nvPr/>
          </p:nvCxnSpPr>
          <p:spPr>
            <a:xfrm rot="10800000">
              <a:off x="766351" y="34631"/>
              <a:ext cx="2148299" cy="0"/>
            </a:xfrm>
            <a:prstGeom prst="straightConnector1">
              <a:avLst/>
            </a:prstGeom>
            <a:noFill/>
            <a:ln w="38100" cap="rnd" cmpd="sng">
              <a:solidFill>
                <a:srgbClr val="00F7FF"/>
              </a:solidFill>
              <a:prstDash val="solid"/>
              <a:round/>
              <a:headEnd type="none" w="sm" len="sm"/>
              <a:tailEnd type="none" w="sm" len="sm"/>
            </a:ln>
          </p:spPr>
        </p:cxnSp>
        <p:cxnSp>
          <p:nvCxnSpPr>
            <p:cNvPr id="231" name="Google Shape;231;p69"/>
            <p:cNvCxnSpPr/>
            <p:nvPr/>
          </p:nvCxnSpPr>
          <p:spPr>
            <a:xfrm flipH="1">
              <a:off x="44879" y="27296"/>
              <a:ext cx="737495" cy="644210"/>
            </a:xfrm>
            <a:prstGeom prst="straightConnector1">
              <a:avLst/>
            </a:prstGeom>
            <a:noFill/>
            <a:ln w="38100" cap="rnd" cmpd="sng">
              <a:solidFill>
                <a:srgbClr val="00F7FF"/>
              </a:solidFill>
              <a:prstDash val="solid"/>
              <a:round/>
              <a:headEnd type="none" w="sm" len="sm"/>
              <a:tailEnd type="none" w="sm" len="sm"/>
            </a:ln>
          </p:spPr>
        </p:cxnSp>
        <p:cxnSp>
          <p:nvCxnSpPr>
            <p:cNvPr id="232" name="Google Shape;232;p69"/>
            <p:cNvCxnSpPr/>
            <p:nvPr/>
          </p:nvCxnSpPr>
          <p:spPr>
            <a:xfrm rot="10800000">
              <a:off x="52214" y="654128"/>
              <a:ext cx="0" cy="936547"/>
            </a:xfrm>
            <a:prstGeom prst="straightConnector1">
              <a:avLst/>
            </a:prstGeom>
            <a:noFill/>
            <a:ln w="38100" cap="rnd" cmpd="sng">
              <a:solidFill>
                <a:srgbClr val="00F7FF"/>
              </a:solidFill>
              <a:prstDash val="solid"/>
              <a:round/>
              <a:headEnd type="none" w="sm" len="sm"/>
              <a:tailEnd type="none" w="sm" len="sm"/>
            </a:ln>
          </p:spPr>
        </p:cxnSp>
      </p:grpSp>
      <p:sp>
        <p:nvSpPr>
          <p:cNvPr id="233" name="Google Shape;233;p69"/>
          <p:cNvSpPr/>
          <p:nvPr/>
        </p:nvSpPr>
        <p:spPr>
          <a:xfrm>
            <a:off x="11928738" y="6583150"/>
            <a:ext cx="233916" cy="23391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234" name="Google Shape;234;p69"/>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5" name="Google Shape;235;p69"/>
          <p:cNvSpPr txBox="1">
            <a:spLocks noGrp="1"/>
          </p:cNvSpPr>
          <p:nvPr>
            <p:ph type="sldNum" idx="12"/>
          </p:nvPr>
        </p:nvSpPr>
        <p:spPr>
          <a:xfrm>
            <a:off x="11899392" y="6542216"/>
            <a:ext cx="292608" cy="315784"/>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236" name="Google Shape;236;p69"/>
          <p:cNvSpPr txBox="1">
            <a:spLocks noGrp="1"/>
          </p:cNvSpPr>
          <p:nvPr>
            <p:ph type="body" idx="1"/>
          </p:nvPr>
        </p:nvSpPr>
        <p:spPr>
          <a:xfrm>
            <a:off x="1470930" y="2095027"/>
            <a:ext cx="6264164" cy="884656"/>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rgbClr val="00F7FF"/>
              </a:buClr>
              <a:buSzPts val="4400"/>
              <a:buNone/>
              <a:defRPr sz="4400" b="1">
                <a:solidFill>
                  <a:srgbClr val="00F7FF"/>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7" name="Google Shape;237;p69"/>
          <p:cNvSpPr txBox="1">
            <a:spLocks noGrp="1"/>
          </p:cNvSpPr>
          <p:nvPr>
            <p:ph type="body" idx="2"/>
          </p:nvPr>
        </p:nvSpPr>
        <p:spPr>
          <a:xfrm>
            <a:off x="1470930" y="3169159"/>
            <a:ext cx="8913813" cy="695175"/>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2800"/>
              <a:buNone/>
              <a:defRPr sz="2800" b="1">
                <a:solidFill>
                  <a:schemeClr val="lt1"/>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8" name="Google Shape;238;p69"/>
          <p:cNvSpPr txBox="1">
            <a:spLocks noGrp="1"/>
          </p:cNvSpPr>
          <p:nvPr>
            <p:ph type="body" idx="3"/>
          </p:nvPr>
        </p:nvSpPr>
        <p:spPr>
          <a:xfrm>
            <a:off x="1470930" y="4137397"/>
            <a:ext cx="7147030" cy="916698"/>
          </a:xfrm>
          <a:prstGeom prst="rect">
            <a:avLst/>
          </a:prstGeom>
          <a:noFill/>
          <a:ln>
            <a:noFill/>
          </a:ln>
        </p:spPr>
        <p:txBody>
          <a:bodyPr spcFirstLastPara="1" wrap="square" lIns="91425" tIns="45700" rIns="91425" bIns="45700" anchor="ctr" anchorCtr="0">
            <a:normAutofit/>
          </a:bodyPr>
          <a:lstStyle>
            <a:lvl1pPr marL="457200" lvl="0" indent="-228600" algn="l">
              <a:lnSpc>
                <a:spcPct val="150000"/>
              </a:lnSpc>
              <a:spcBef>
                <a:spcPts val="1000"/>
              </a:spcBef>
              <a:spcAft>
                <a:spcPts val="0"/>
              </a:spcAft>
              <a:buClr>
                <a:srgbClr val="F2F2F2"/>
              </a:buClr>
              <a:buSzPts val="1000"/>
              <a:buNone/>
              <a:defRPr sz="1000">
                <a:solidFill>
                  <a:srgbClr val="F2F2F2"/>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9" name="Google Shape;239;p69"/>
          <p:cNvSpPr txBox="1">
            <a:spLocks noGrp="1"/>
          </p:cNvSpPr>
          <p:nvPr>
            <p:ph type="body" idx="4"/>
          </p:nvPr>
        </p:nvSpPr>
        <p:spPr>
          <a:xfrm>
            <a:off x="8896576" y="5231902"/>
            <a:ext cx="2521280" cy="1577819"/>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rgbClr val="00F7FF"/>
              </a:buClr>
              <a:buSzPts val="12000"/>
              <a:buNone/>
              <a:defRPr sz="12000" b="1">
                <a:solidFill>
                  <a:srgbClr val="00F7FF"/>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240" name="Google Shape;240;p69"/>
          <p:cNvCxnSpPr/>
          <p:nvPr/>
        </p:nvCxnSpPr>
        <p:spPr>
          <a:xfrm>
            <a:off x="1574156" y="2979683"/>
            <a:ext cx="3565003" cy="0"/>
          </a:xfrm>
          <a:prstGeom prst="straightConnector1">
            <a:avLst/>
          </a:prstGeom>
          <a:noFill/>
          <a:ln w="25400" cap="rnd" cmpd="sng">
            <a:solidFill>
              <a:srgbClr val="00F7FF"/>
            </a:solidFill>
            <a:prstDash val="solid"/>
            <a:round/>
            <a:headEnd type="none" w="sm" len="sm"/>
            <a:tailEnd type="none" w="sm" len="sm"/>
          </a:ln>
        </p:spPr>
      </p:cxnSp>
      <p:sp>
        <p:nvSpPr>
          <p:cNvPr id="241" name="Google Shape;241;p69"/>
          <p:cNvSpPr txBox="1">
            <a:spLocks noGrp="1"/>
          </p:cNvSpPr>
          <p:nvPr>
            <p:ph type="dt" idx="10"/>
          </p:nvPr>
        </p:nvSpPr>
        <p:spPr>
          <a:xfrm>
            <a:off x="838200" y="6481647"/>
            <a:ext cx="2090098" cy="23982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2" name="Google Shape;242;p69"/>
          <p:cNvSpPr txBox="1">
            <a:spLocks noGrp="1"/>
          </p:cNvSpPr>
          <p:nvPr>
            <p:ph type="ftr" idx="11"/>
          </p:nvPr>
        </p:nvSpPr>
        <p:spPr>
          <a:xfrm>
            <a:off x="3677478" y="6481647"/>
            <a:ext cx="4475922" cy="23982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Noi dung" type="obj">
  <p:cSld name="OBJECT">
    <p:spTree>
      <p:nvGrpSpPr>
        <p:cNvPr id="1" name="Shape 243"/>
        <p:cNvGrpSpPr/>
        <p:nvPr/>
      </p:nvGrpSpPr>
      <p:grpSpPr>
        <a:xfrm>
          <a:off x="0" y="0"/>
          <a:ext cx="0" cy="0"/>
          <a:chOff x="0" y="0"/>
          <a:chExt cx="0" cy="0"/>
        </a:xfrm>
      </p:grpSpPr>
      <p:sp>
        <p:nvSpPr>
          <p:cNvPr id="244" name="Google Shape;244;p70"/>
          <p:cNvSpPr/>
          <p:nvPr/>
        </p:nvSpPr>
        <p:spPr>
          <a:xfrm rot="10800000">
            <a:off x="-2" y="0"/>
            <a:ext cx="12192000" cy="6858000"/>
          </a:xfrm>
          <a:custGeom>
            <a:avLst/>
            <a:gdLst/>
            <a:ahLst/>
            <a:cxnLst/>
            <a:rect l="l" t="t" r="r" b="b"/>
            <a:pathLst>
              <a:path w="12192000" h="6858000" extrusionOk="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5" name="Google Shape;245;p70"/>
          <p:cNvSpPr/>
          <p:nvPr/>
        </p:nvSpPr>
        <p:spPr>
          <a:xfrm rot="10800000">
            <a:off x="0" y="0"/>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46" name="Google Shape;246;p70"/>
          <p:cNvGrpSpPr/>
          <p:nvPr/>
        </p:nvGrpSpPr>
        <p:grpSpPr>
          <a:xfrm>
            <a:off x="58527" y="54292"/>
            <a:ext cx="2869771" cy="1563379"/>
            <a:chOff x="44879" y="27296"/>
            <a:chExt cx="2869771" cy="1563379"/>
          </a:xfrm>
        </p:grpSpPr>
        <p:cxnSp>
          <p:nvCxnSpPr>
            <p:cNvPr id="247" name="Google Shape;247;p70"/>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248" name="Google Shape;248;p70"/>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249" name="Google Shape;249;p70"/>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250" name="Google Shape;250;p70"/>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1" name="Google Shape;251;p70"/>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a:bodyPr>
          <a:lstStyle>
            <a:lvl1pPr lvl="0" algn="l">
              <a:lnSpc>
                <a:spcPct val="120000"/>
              </a:lnSpc>
              <a:spcBef>
                <a:spcPts val="200"/>
              </a:spcBef>
              <a:spcAft>
                <a:spcPts val="0"/>
              </a:spcAft>
              <a:buClr>
                <a:srgbClr val="0072FF"/>
              </a:buClr>
              <a:buSzPts val="4400"/>
              <a:buFont typeface="Times New Roman"/>
              <a:buNone/>
              <a:defRPr sz="44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2" name="Google Shape;252;p70"/>
          <p:cNvSpPr txBox="1">
            <a:spLocks noGrp="1"/>
          </p:cNvSpPr>
          <p:nvPr>
            <p:ph type="body" idx="1"/>
          </p:nvPr>
        </p:nvSpPr>
        <p:spPr>
          <a:xfrm>
            <a:off x="774145" y="1233824"/>
            <a:ext cx="10579654" cy="4943139"/>
          </a:xfrm>
          <a:prstGeom prst="rect">
            <a:avLst/>
          </a:prstGeom>
          <a:noFill/>
          <a:ln>
            <a:noFill/>
          </a:ln>
        </p:spPr>
        <p:txBody>
          <a:bodyPr spcFirstLastPara="1" wrap="square" lIns="91425" tIns="45700" rIns="91425" bIns="45700" anchor="t" anchorCtr="0">
            <a:normAutofit/>
          </a:bodyPr>
          <a:lstStyle>
            <a:lvl1pPr marL="457200" lvl="0" indent="-406400" algn="just">
              <a:lnSpc>
                <a:spcPct val="130000"/>
              </a:lnSpc>
              <a:spcBef>
                <a:spcPts val="300"/>
              </a:spcBef>
              <a:spcAft>
                <a:spcPts val="0"/>
              </a:spcAft>
              <a:buClr>
                <a:schemeClr val="dk1"/>
              </a:buClr>
              <a:buSzPts val="2800"/>
              <a:buChar char="•"/>
              <a:defRPr>
                <a:latin typeface="Arial"/>
                <a:ea typeface="Arial"/>
                <a:cs typeface="Arial"/>
                <a:sym typeface="Arial"/>
              </a:defRPr>
            </a:lvl1pPr>
            <a:lvl2pPr marL="914400" lvl="1" indent="-381000" algn="just">
              <a:lnSpc>
                <a:spcPct val="130000"/>
              </a:lnSpc>
              <a:spcBef>
                <a:spcPts val="300"/>
              </a:spcBef>
              <a:spcAft>
                <a:spcPts val="0"/>
              </a:spcAft>
              <a:buClr>
                <a:schemeClr val="dk1"/>
              </a:buClr>
              <a:buSzPts val="2400"/>
              <a:buChar char="•"/>
              <a:defRPr>
                <a:latin typeface="Arial"/>
                <a:ea typeface="Arial"/>
                <a:cs typeface="Arial"/>
                <a:sym typeface="Arial"/>
              </a:defRPr>
            </a:lvl2pPr>
            <a:lvl3pPr marL="1371600" lvl="2" indent="-355600" algn="just">
              <a:lnSpc>
                <a:spcPct val="130000"/>
              </a:lnSpc>
              <a:spcBef>
                <a:spcPts val="300"/>
              </a:spcBef>
              <a:spcAft>
                <a:spcPts val="0"/>
              </a:spcAft>
              <a:buClr>
                <a:schemeClr val="dk1"/>
              </a:buClr>
              <a:buSzPts val="2000"/>
              <a:buChar char="•"/>
              <a:defRPr>
                <a:latin typeface="Arial"/>
                <a:ea typeface="Arial"/>
                <a:cs typeface="Arial"/>
                <a:sym typeface="Arial"/>
              </a:defRPr>
            </a:lvl3pPr>
            <a:lvl4pPr marL="1828800" lvl="3" indent="-342900" algn="just">
              <a:lnSpc>
                <a:spcPct val="130000"/>
              </a:lnSpc>
              <a:spcBef>
                <a:spcPts val="300"/>
              </a:spcBef>
              <a:spcAft>
                <a:spcPts val="0"/>
              </a:spcAft>
              <a:buClr>
                <a:schemeClr val="dk1"/>
              </a:buClr>
              <a:buSzPts val="1800"/>
              <a:buChar char="•"/>
              <a:defRPr>
                <a:latin typeface="Arial"/>
                <a:ea typeface="Arial"/>
                <a:cs typeface="Arial"/>
                <a:sym typeface="Arial"/>
              </a:defRPr>
            </a:lvl4pPr>
            <a:lvl5pPr marL="2286000" lvl="4" indent="-342900" algn="just">
              <a:lnSpc>
                <a:spcPct val="130000"/>
              </a:lnSpc>
              <a:spcBef>
                <a:spcPts val="3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3" name="Google Shape;253;p70"/>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254" name="Google Shape;254;p70"/>
          <p:cNvGrpSpPr/>
          <p:nvPr/>
        </p:nvGrpSpPr>
        <p:grpSpPr>
          <a:xfrm>
            <a:off x="16026" y="4629289"/>
            <a:ext cx="434350" cy="2228711"/>
            <a:chOff x="16026" y="4629289"/>
            <a:chExt cx="434350" cy="2228711"/>
          </a:xfrm>
        </p:grpSpPr>
        <p:sp>
          <p:nvSpPr>
            <p:cNvPr id="255" name="Google Shape;255;p70"/>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6" name="Google Shape;256;p70"/>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7" name="Google Shape;257;p70"/>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8" name="Google Shape;258;p70"/>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9" name="Google Shape;259;p70"/>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0" name="Google Shape;260;p70"/>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61" name="Google Shape;261;p70"/>
          <p:cNvSpPr txBox="1">
            <a:spLocks noGrp="1"/>
          </p:cNvSpPr>
          <p:nvPr>
            <p:ph type="dt" idx="10"/>
          </p:nvPr>
        </p:nvSpPr>
        <p:spPr>
          <a:xfrm>
            <a:off x="6447446" y="6475620"/>
            <a:ext cx="2090098" cy="26311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2" name="Google Shape;262;p70"/>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3" name="Google Shape;263;p70"/>
          <p:cNvSpPr/>
          <p:nvPr/>
        </p:nvSpPr>
        <p:spPr>
          <a:xfrm>
            <a:off x="92963" y="6542941"/>
            <a:ext cx="280476" cy="28047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264" name="Google Shape;264;p70"/>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grpSp>
        <p:nvGrpSpPr>
          <p:cNvPr id="265" name="Google Shape;265;p70"/>
          <p:cNvGrpSpPr/>
          <p:nvPr/>
        </p:nvGrpSpPr>
        <p:grpSpPr>
          <a:xfrm rot="10800000">
            <a:off x="9265363" y="5246044"/>
            <a:ext cx="2869771" cy="1563379"/>
            <a:chOff x="44879" y="27296"/>
            <a:chExt cx="2869771" cy="1563379"/>
          </a:xfrm>
        </p:grpSpPr>
        <p:cxnSp>
          <p:nvCxnSpPr>
            <p:cNvPr id="266" name="Google Shape;266;p70"/>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267" name="Google Shape;267;p70"/>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268" name="Google Shape;268;p70"/>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 sanh 2">
  <p:cSld name="So sanh 2">
    <p:spTree>
      <p:nvGrpSpPr>
        <p:cNvPr id="1" name="Shape 269"/>
        <p:cNvGrpSpPr/>
        <p:nvPr/>
      </p:nvGrpSpPr>
      <p:grpSpPr>
        <a:xfrm>
          <a:off x="0" y="0"/>
          <a:ext cx="0" cy="0"/>
          <a:chOff x="0" y="0"/>
          <a:chExt cx="0" cy="0"/>
        </a:xfrm>
      </p:grpSpPr>
      <p:sp>
        <p:nvSpPr>
          <p:cNvPr id="270" name="Google Shape;270;p71"/>
          <p:cNvSpPr/>
          <p:nvPr/>
        </p:nvSpPr>
        <p:spPr>
          <a:xfrm rot="10800000">
            <a:off x="-2" y="0"/>
            <a:ext cx="12192000" cy="6858000"/>
          </a:xfrm>
          <a:custGeom>
            <a:avLst/>
            <a:gdLst/>
            <a:ahLst/>
            <a:cxnLst/>
            <a:rect l="l" t="t" r="r" b="b"/>
            <a:pathLst>
              <a:path w="12192000" h="6858000" extrusionOk="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1" name="Google Shape;271;p71"/>
          <p:cNvSpPr/>
          <p:nvPr/>
        </p:nvSpPr>
        <p:spPr>
          <a:xfrm rot="10800000">
            <a:off x="0" y="0"/>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72" name="Google Shape;272;p71"/>
          <p:cNvGrpSpPr/>
          <p:nvPr/>
        </p:nvGrpSpPr>
        <p:grpSpPr>
          <a:xfrm>
            <a:off x="58527" y="54292"/>
            <a:ext cx="2869771" cy="1563379"/>
            <a:chOff x="44879" y="27296"/>
            <a:chExt cx="2869771" cy="1563379"/>
          </a:xfrm>
        </p:grpSpPr>
        <p:cxnSp>
          <p:nvCxnSpPr>
            <p:cNvPr id="273" name="Google Shape;273;p71"/>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274" name="Google Shape;274;p71"/>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275" name="Google Shape;275;p71"/>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276" name="Google Shape;276;p71"/>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7" name="Google Shape;277;p71"/>
          <p:cNvSpPr txBox="1">
            <a:spLocks noGrp="1"/>
          </p:cNvSpPr>
          <p:nvPr>
            <p:ph type="body" idx="1"/>
          </p:nvPr>
        </p:nvSpPr>
        <p:spPr>
          <a:xfrm>
            <a:off x="774144" y="1962615"/>
            <a:ext cx="5202000" cy="4214349"/>
          </a:xfrm>
          <a:prstGeom prst="rect">
            <a:avLst/>
          </a:prstGeom>
          <a:noFill/>
          <a:ln>
            <a:noFill/>
          </a:ln>
        </p:spPr>
        <p:txBody>
          <a:bodyPr spcFirstLastPara="1" wrap="square" lIns="91425" tIns="45700" rIns="91425" bIns="45700" anchor="t" anchorCtr="0">
            <a:normAutofit/>
          </a:bodyPr>
          <a:lstStyle>
            <a:lvl1pPr marL="457200" lvl="0" indent="-406400" algn="just">
              <a:lnSpc>
                <a:spcPct val="130000"/>
              </a:lnSpc>
              <a:spcBef>
                <a:spcPts val="300"/>
              </a:spcBef>
              <a:spcAft>
                <a:spcPts val="0"/>
              </a:spcAft>
              <a:buClr>
                <a:schemeClr val="dk1"/>
              </a:buClr>
              <a:buSzPts val="2800"/>
              <a:buChar char="•"/>
              <a:defRPr>
                <a:latin typeface="Arial"/>
                <a:ea typeface="Arial"/>
                <a:cs typeface="Arial"/>
                <a:sym typeface="Arial"/>
              </a:defRPr>
            </a:lvl1pPr>
            <a:lvl2pPr marL="914400" lvl="1" indent="-381000" algn="just">
              <a:lnSpc>
                <a:spcPct val="130000"/>
              </a:lnSpc>
              <a:spcBef>
                <a:spcPts val="300"/>
              </a:spcBef>
              <a:spcAft>
                <a:spcPts val="0"/>
              </a:spcAft>
              <a:buClr>
                <a:schemeClr val="dk1"/>
              </a:buClr>
              <a:buSzPts val="2400"/>
              <a:buChar char="•"/>
              <a:defRPr>
                <a:latin typeface="Arial"/>
                <a:ea typeface="Arial"/>
                <a:cs typeface="Arial"/>
                <a:sym typeface="Arial"/>
              </a:defRPr>
            </a:lvl2pPr>
            <a:lvl3pPr marL="1371600" lvl="2" indent="-355600" algn="just">
              <a:lnSpc>
                <a:spcPct val="130000"/>
              </a:lnSpc>
              <a:spcBef>
                <a:spcPts val="300"/>
              </a:spcBef>
              <a:spcAft>
                <a:spcPts val="0"/>
              </a:spcAft>
              <a:buClr>
                <a:schemeClr val="dk1"/>
              </a:buClr>
              <a:buSzPts val="2000"/>
              <a:buChar char="•"/>
              <a:defRPr>
                <a:latin typeface="Arial"/>
                <a:ea typeface="Arial"/>
                <a:cs typeface="Arial"/>
                <a:sym typeface="Arial"/>
              </a:defRPr>
            </a:lvl3pPr>
            <a:lvl4pPr marL="1828800" lvl="3" indent="-342900" algn="just">
              <a:lnSpc>
                <a:spcPct val="130000"/>
              </a:lnSpc>
              <a:spcBef>
                <a:spcPts val="300"/>
              </a:spcBef>
              <a:spcAft>
                <a:spcPts val="0"/>
              </a:spcAft>
              <a:buClr>
                <a:schemeClr val="dk1"/>
              </a:buClr>
              <a:buSzPts val="1800"/>
              <a:buChar char="•"/>
              <a:defRPr>
                <a:latin typeface="Arial"/>
                <a:ea typeface="Arial"/>
                <a:cs typeface="Arial"/>
                <a:sym typeface="Arial"/>
              </a:defRPr>
            </a:lvl4pPr>
            <a:lvl5pPr marL="2286000" lvl="4" indent="-342900" algn="just">
              <a:lnSpc>
                <a:spcPct val="130000"/>
              </a:lnSpc>
              <a:spcBef>
                <a:spcPts val="3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8" name="Google Shape;278;p71"/>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279" name="Google Shape;279;p71"/>
          <p:cNvGrpSpPr/>
          <p:nvPr/>
        </p:nvGrpSpPr>
        <p:grpSpPr>
          <a:xfrm>
            <a:off x="16026" y="4629289"/>
            <a:ext cx="434350" cy="2228711"/>
            <a:chOff x="16026" y="4629289"/>
            <a:chExt cx="434350" cy="2228711"/>
          </a:xfrm>
        </p:grpSpPr>
        <p:sp>
          <p:nvSpPr>
            <p:cNvPr id="280" name="Google Shape;280;p71"/>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1" name="Google Shape;281;p71"/>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2" name="Google Shape;282;p71"/>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3" name="Google Shape;283;p71"/>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4" name="Google Shape;284;p71"/>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5" name="Google Shape;285;p71"/>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86" name="Google Shape;286;p71"/>
          <p:cNvSpPr txBox="1">
            <a:spLocks noGrp="1"/>
          </p:cNvSpPr>
          <p:nvPr>
            <p:ph type="dt" idx="10"/>
          </p:nvPr>
        </p:nvSpPr>
        <p:spPr>
          <a:xfrm>
            <a:off x="6447446" y="6475620"/>
            <a:ext cx="2090098" cy="26311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7" name="Google Shape;287;p71"/>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8" name="Google Shape;288;p71"/>
          <p:cNvSpPr/>
          <p:nvPr/>
        </p:nvSpPr>
        <p:spPr>
          <a:xfrm>
            <a:off x="92963" y="6542941"/>
            <a:ext cx="280476" cy="28047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289" name="Google Shape;289;p71"/>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grpSp>
        <p:nvGrpSpPr>
          <p:cNvPr id="290" name="Google Shape;290;p71"/>
          <p:cNvGrpSpPr/>
          <p:nvPr/>
        </p:nvGrpSpPr>
        <p:grpSpPr>
          <a:xfrm rot="10800000">
            <a:off x="9265363" y="5246044"/>
            <a:ext cx="2869771" cy="1563379"/>
            <a:chOff x="44879" y="27296"/>
            <a:chExt cx="2869771" cy="1563379"/>
          </a:xfrm>
        </p:grpSpPr>
        <p:cxnSp>
          <p:nvCxnSpPr>
            <p:cNvPr id="291" name="Google Shape;291;p71"/>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292" name="Google Shape;292;p71"/>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293" name="Google Shape;293;p71"/>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294" name="Google Shape;294;p71"/>
          <p:cNvSpPr txBox="1">
            <a:spLocks noGrp="1"/>
          </p:cNvSpPr>
          <p:nvPr>
            <p:ph type="body" idx="2"/>
          </p:nvPr>
        </p:nvSpPr>
        <p:spPr>
          <a:xfrm>
            <a:off x="6151800" y="1957280"/>
            <a:ext cx="5202000" cy="4214349"/>
          </a:xfrm>
          <a:prstGeom prst="rect">
            <a:avLst/>
          </a:prstGeom>
          <a:noFill/>
          <a:ln>
            <a:noFill/>
          </a:ln>
        </p:spPr>
        <p:txBody>
          <a:bodyPr spcFirstLastPara="1" wrap="square" lIns="91425" tIns="45700" rIns="91425" bIns="45700" anchor="t" anchorCtr="0">
            <a:normAutofit/>
          </a:bodyPr>
          <a:lstStyle>
            <a:lvl1pPr marL="457200" lvl="0" indent="-406400" algn="just">
              <a:lnSpc>
                <a:spcPct val="130000"/>
              </a:lnSpc>
              <a:spcBef>
                <a:spcPts val="300"/>
              </a:spcBef>
              <a:spcAft>
                <a:spcPts val="0"/>
              </a:spcAft>
              <a:buClr>
                <a:schemeClr val="dk1"/>
              </a:buClr>
              <a:buSzPts val="2800"/>
              <a:buChar char="•"/>
              <a:defRPr>
                <a:latin typeface="Arial"/>
                <a:ea typeface="Arial"/>
                <a:cs typeface="Arial"/>
                <a:sym typeface="Arial"/>
              </a:defRPr>
            </a:lvl1pPr>
            <a:lvl2pPr marL="914400" lvl="1" indent="-381000" algn="just">
              <a:lnSpc>
                <a:spcPct val="130000"/>
              </a:lnSpc>
              <a:spcBef>
                <a:spcPts val="300"/>
              </a:spcBef>
              <a:spcAft>
                <a:spcPts val="0"/>
              </a:spcAft>
              <a:buClr>
                <a:schemeClr val="dk1"/>
              </a:buClr>
              <a:buSzPts val="2400"/>
              <a:buChar char="•"/>
              <a:defRPr>
                <a:latin typeface="Arial"/>
                <a:ea typeface="Arial"/>
                <a:cs typeface="Arial"/>
                <a:sym typeface="Arial"/>
              </a:defRPr>
            </a:lvl2pPr>
            <a:lvl3pPr marL="1371600" lvl="2" indent="-355600" algn="just">
              <a:lnSpc>
                <a:spcPct val="130000"/>
              </a:lnSpc>
              <a:spcBef>
                <a:spcPts val="300"/>
              </a:spcBef>
              <a:spcAft>
                <a:spcPts val="0"/>
              </a:spcAft>
              <a:buClr>
                <a:schemeClr val="dk1"/>
              </a:buClr>
              <a:buSzPts val="2000"/>
              <a:buChar char="•"/>
              <a:defRPr>
                <a:latin typeface="Arial"/>
                <a:ea typeface="Arial"/>
                <a:cs typeface="Arial"/>
                <a:sym typeface="Arial"/>
              </a:defRPr>
            </a:lvl3pPr>
            <a:lvl4pPr marL="1828800" lvl="3" indent="-342900" algn="just">
              <a:lnSpc>
                <a:spcPct val="130000"/>
              </a:lnSpc>
              <a:spcBef>
                <a:spcPts val="300"/>
              </a:spcBef>
              <a:spcAft>
                <a:spcPts val="0"/>
              </a:spcAft>
              <a:buClr>
                <a:schemeClr val="dk1"/>
              </a:buClr>
              <a:buSzPts val="1800"/>
              <a:buChar char="•"/>
              <a:defRPr>
                <a:latin typeface="Arial"/>
                <a:ea typeface="Arial"/>
                <a:cs typeface="Arial"/>
                <a:sym typeface="Arial"/>
              </a:defRPr>
            </a:lvl4pPr>
            <a:lvl5pPr marL="2286000" lvl="4" indent="-342900" algn="just">
              <a:lnSpc>
                <a:spcPct val="130000"/>
              </a:lnSpc>
              <a:spcBef>
                <a:spcPts val="3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5" name="Google Shape;295;p71"/>
          <p:cNvSpPr txBox="1">
            <a:spLocks noGrp="1"/>
          </p:cNvSpPr>
          <p:nvPr>
            <p:ph type="body" idx="3"/>
          </p:nvPr>
        </p:nvSpPr>
        <p:spPr>
          <a:xfrm>
            <a:off x="774144" y="1233825"/>
            <a:ext cx="5202794" cy="504825"/>
          </a:xfrm>
          <a:prstGeom prst="rect">
            <a:avLst/>
          </a:prstGeom>
          <a:gradFill>
            <a:gsLst>
              <a:gs pos="0">
                <a:srgbClr val="0072FF"/>
              </a:gs>
              <a:gs pos="99000">
                <a:srgbClr val="00C6FF"/>
              </a:gs>
              <a:gs pos="100000">
                <a:srgbClr val="00C6FF"/>
              </a:gs>
            </a:gsLst>
            <a:lin ang="2700000" scaled="0"/>
          </a:gradFill>
          <a:ln>
            <a:noFill/>
          </a:ln>
        </p:spPr>
        <p:txBody>
          <a:bodyPr spcFirstLastPara="1" wrap="square" lIns="91425" tIns="45700" rIns="91425" bIns="45700" anchor="t" anchorCtr="0">
            <a:normAutofit/>
          </a:bodyPr>
          <a:lstStyle>
            <a:lvl1pPr marL="457200" lvl="0" indent="-228600" algn="ctr">
              <a:lnSpc>
                <a:spcPct val="120000"/>
              </a:lnSpc>
              <a:spcBef>
                <a:spcPts val="200"/>
              </a:spcBef>
              <a:spcAft>
                <a:spcPts val="0"/>
              </a:spcAft>
              <a:buClr>
                <a:schemeClr val="lt1"/>
              </a:buClr>
              <a:buSzPts val="2400"/>
              <a:buNone/>
              <a:defRPr sz="2400" b="1" i="0">
                <a:solidFill>
                  <a:schemeClr val="lt1"/>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6" name="Google Shape;296;p71"/>
          <p:cNvSpPr txBox="1">
            <a:spLocks noGrp="1"/>
          </p:cNvSpPr>
          <p:nvPr>
            <p:ph type="body" idx="4"/>
          </p:nvPr>
        </p:nvSpPr>
        <p:spPr>
          <a:xfrm>
            <a:off x="6151006" y="1233825"/>
            <a:ext cx="5202794" cy="504825"/>
          </a:xfrm>
          <a:prstGeom prst="rect">
            <a:avLst/>
          </a:prstGeom>
          <a:gradFill>
            <a:gsLst>
              <a:gs pos="0">
                <a:srgbClr val="0072FF"/>
              </a:gs>
              <a:gs pos="99000">
                <a:srgbClr val="00C6FF"/>
              </a:gs>
              <a:gs pos="100000">
                <a:srgbClr val="00C6FF"/>
              </a:gs>
            </a:gsLst>
            <a:lin ang="2700000" scaled="0"/>
          </a:gradFill>
          <a:ln>
            <a:noFill/>
          </a:ln>
        </p:spPr>
        <p:txBody>
          <a:bodyPr spcFirstLastPara="1" wrap="square" lIns="91425" tIns="45700" rIns="91425" bIns="45700" anchor="t" anchorCtr="0">
            <a:normAutofit/>
          </a:bodyPr>
          <a:lstStyle>
            <a:lvl1pPr marL="457200" lvl="0" indent="-228600" algn="ctr">
              <a:lnSpc>
                <a:spcPct val="120000"/>
              </a:lnSpc>
              <a:spcBef>
                <a:spcPts val="200"/>
              </a:spcBef>
              <a:spcAft>
                <a:spcPts val="0"/>
              </a:spcAft>
              <a:buClr>
                <a:schemeClr val="lt1"/>
              </a:buClr>
              <a:buSzPts val="2400"/>
              <a:buNone/>
              <a:defRPr sz="2400" b="1" i="0">
                <a:solidFill>
                  <a:schemeClr val="lt1"/>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7" name="Google Shape;297;p71"/>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a:bodyPr>
          <a:lstStyle>
            <a:lvl1pPr lvl="0" algn="l">
              <a:lnSpc>
                <a:spcPct val="120000"/>
              </a:lnSpc>
              <a:spcBef>
                <a:spcPts val="200"/>
              </a:spcBef>
              <a:spcAft>
                <a:spcPts val="0"/>
              </a:spcAft>
              <a:buClr>
                <a:srgbClr val="0072FF"/>
              </a:buClr>
              <a:buSzPts val="4400"/>
              <a:buFont typeface="Times New Roman"/>
              <a:buNone/>
              <a:defRPr sz="44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Mục lục">
  <p:cSld name="1_Mục lục">
    <p:spTree>
      <p:nvGrpSpPr>
        <p:cNvPr id="1" name="Shape 298"/>
        <p:cNvGrpSpPr/>
        <p:nvPr/>
      </p:nvGrpSpPr>
      <p:grpSpPr>
        <a:xfrm>
          <a:off x="0" y="0"/>
          <a:ext cx="0" cy="0"/>
          <a:chOff x="0" y="0"/>
          <a:chExt cx="0" cy="0"/>
        </a:xfrm>
      </p:grpSpPr>
      <p:sp>
        <p:nvSpPr>
          <p:cNvPr id="299" name="Google Shape;299;p72"/>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00" name="Google Shape;300;p72"/>
          <p:cNvGrpSpPr/>
          <p:nvPr/>
        </p:nvGrpSpPr>
        <p:grpSpPr>
          <a:xfrm rot="10800000">
            <a:off x="9263702" y="5930537"/>
            <a:ext cx="2869771" cy="886519"/>
            <a:chOff x="44879" y="27296"/>
            <a:chExt cx="2869771" cy="886519"/>
          </a:xfrm>
        </p:grpSpPr>
        <p:cxnSp>
          <p:nvCxnSpPr>
            <p:cNvPr id="301" name="Google Shape;301;p72"/>
            <p:cNvCxnSpPr/>
            <p:nvPr/>
          </p:nvCxnSpPr>
          <p:spPr>
            <a:xfrm rot="10800000">
              <a:off x="766351" y="34631"/>
              <a:ext cx="2148299" cy="0"/>
            </a:xfrm>
            <a:prstGeom prst="straightConnector1">
              <a:avLst/>
            </a:prstGeom>
            <a:noFill/>
            <a:ln w="38100" cap="rnd" cmpd="sng">
              <a:solidFill>
                <a:srgbClr val="00C6FF"/>
              </a:solidFill>
              <a:prstDash val="solid"/>
              <a:round/>
              <a:headEnd type="none" w="sm" len="sm"/>
              <a:tailEnd type="none" w="sm" len="sm"/>
            </a:ln>
          </p:spPr>
        </p:cxnSp>
        <p:cxnSp>
          <p:nvCxnSpPr>
            <p:cNvPr id="302" name="Google Shape;302;p72"/>
            <p:cNvCxnSpPr/>
            <p:nvPr/>
          </p:nvCxnSpPr>
          <p:spPr>
            <a:xfrm flipH="1">
              <a:off x="44879" y="27296"/>
              <a:ext cx="737495" cy="644210"/>
            </a:xfrm>
            <a:prstGeom prst="straightConnector1">
              <a:avLst/>
            </a:prstGeom>
            <a:noFill/>
            <a:ln w="38100" cap="rnd" cmpd="sng">
              <a:solidFill>
                <a:srgbClr val="00C6FF"/>
              </a:solidFill>
              <a:prstDash val="solid"/>
              <a:round/>
              <a:headEnd type="none" w="sm" len="sm"/>
              <a:tailEnd type="none" w="sm" len="sm"/>
            </a:ln>
          </p:spPr>
        </p:cxnSp>
        <p:cxnSp>
          <p:nvCxnSpPr>
            <p:cNvPr id="303" name="Google Shape;303;p72"/>
            <p:cNvCxnSpPr/>
            <p:nvPr/>
          </p:nvCxnSpPr>
          <p:spPr>
            <a:xfrm rot="10800000">
              <a:off x="52214" y="654128"/>
              <a:ext cx="0" cy="259687"/>
            </a:xfrm>
            <a:prstGeom prst="straightConnector1">
              <a:avLst/>
            </a:prstGeom>
            <a:noFill/>
            <a:ln w="38100" cap="rnd" cmpd="sng">
              <a:solidFill>
                <a:srgbClr val="00C6FF"/>
              </a:solidFill>
              <a:prstDash val="solid"/>
              <a:round/>
              <a:headEnd type="none" w="sm" len="sm"/>
              <a:tailEnd type="none" w="sm" len="sm"/>
            </a:ln>
          </p:spPr>
        </p:cxnSp>
      </p:grpSp>
      <p:sp>
        <p:nvSpPr>
          <p:cNvPr id="304" name="Google Shape;304;p72"/>
          <p:cNvSpPr txBox="1">
            <a:spLocks noGrp="1"/>
          </p:cNvSpPr>
          <p:nvPr>
            <p:ph type="ftr" idx="11"/>
          </p:nvPr>
        </p:nvSpPr>
        <p:spPr>
          <a:xfrm>
            <a:off x="3465443" y="6466114"/>
            <a:ext cx="5261114" cy="25536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305" name="Google Shape;305;p72"/>
          <p:cNvGrpSpPr/>
          <p:nvPr/>
        </p:nvGrpSpPr>
        <p:grpSpPr>
          <a:xfrm>
            <a:off x="-2323526" y="1121391"/>
            <a:ext cx="4841288" cy="5054000"/>
            <a:chOff x="-1259888" y="901609"/>
            <a:chExt cx="4841288" cy="5054000"/>
          </a:xfrm>
        </p:grpSpPr>
        <p:grpSp>
          <p:nvGrpSpPr>
            <p:cNvPr id="306" name="Google Shape;306;p72"/>
            <p:cNvGrpSpPr/>
            <p:nvPr/>
          </p:nvGrpSpPr>
          <p:grpSpPr>
            <a:xfrm>
              <a:off x="-1225468" y="901609"/>
              <a:ext cx="4806868" cy="664514"/>
              <a:chOff x="0" y="901609"/>
              <a:chExt cx="4806868" cy="664514"/>
            </a:xfrm>
          </p:grpSpPr>
          <p:cxnSp>
            <p:nvCxnSpPr>
              <p:cNvPr id="307" name="Google Shape;307;p72"/>
              <p:cNvCxnSpPr/>
              <p:nvPr/>
            </p:nvCxnSpPr>
            <p:spPr>
              <a:xfrm>
                <a:off x="0" y="1566123"/>
                <a:ext cx="253393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308" name="Google Shape;308;p72"/>
              <p:cNvCxnSpPr/>
              <p:nvPr/>
            </p:nvCxnSpPr>
            <p:spPr>
              <a:xfrm rot="10800000" flipH="1">
                <a:off x="2520285" y="1059987"/>
                <a:ext cx="591405" cy="506136"/>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309" name="Google Shape;309;p72"/>
              <p:cNvCxnSpPr/>
              <p:nvPr/>
            </p:nvCxnSpPr>
            <p:spPr>
              <a:xfrm>
                <a:off x="3111690" y="1059987"/>
                <a:ext cx="1378423"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310" name="Google Shape;310;p72"/>
              <p:cNvSpPr/>
              <p:nvPr/>
            </p:nvSpPr>
            <p:spPr>
              <a:xfrm>
                <a:off x="4490113" y="901609"/>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311" name="Google Shape;311;p72"/>
            <p:cNvGrpSpPr/>
            <p:nvPr/>
          </p:nvGrpSpPr>
          <p:grpSpPr>
            <a:xfrm rot="10800000" flipH="1">
              <a:off x="-1225468" y="5291095"/>
              <a:ext cx="4806868" cy="664514"/>
              <a:chOff x="0" y="1232525"/>
              <a:chExt cx="4806868" cy="664514"/>
            </a:xfrm>
          </p:grpSpPr>
          <p:cxnSp>
            <p:nvCxnSpPr>
              <p:cNvPr id="312" name="Google Shape;312;p72"/>
              <p:cNvCxnSpPr/>
              <p:nvPr/>
            </p:nvCxnSpPr>
            <p:spPr>
              <a:xfrm>
                <a:off x="0" y="1897039"/>
                <a:ext cx="253393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313" name="Google Shape;313;p72"/>
              <p:cNvCxnSpPr/>
              <p:nvPr/>
            </p:nvCxnSpPr>
            <p:spPr>
              <a:xfrm rot="10800000" flipH="1">
                <a:off x="2520285" y="1390903"/>
                <a:ext cx="591405" cy="506136"/>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314" name="Google Shape;314;p72"/>
              <p:cNvCxnSpPr/>
              <p:nvPr/>
            </p:nvCxnSpPr>
            <p:spPr>
              <a:xfrm>
                <a:off x="3111690" y="1390903"/>
                <a:ext cx="1378423"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315" name="Google Shape;315;p72"/>
              <p:cNvSpPr/>
              <p:nvPr/>
            </p:nvSpPr>
            <p:spPr>
              <a:xfrm>
                <a:off x="4490113" y="1232525"/>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316" name="Google Shape;316;p72"/>
            <p:cNvGrpSpPr/>
            <p:nvPr/>
          </p:nvGrpSpPr>
          <p:grpSpPr>
            <a:xfrm>
              <a:off x="-1225469" y="1860637"/>
              <a:ext cx="3835321" cy="547270"/>
              <a:chOff x="-1" y="1860637"/>
              <a:chExt cx="3835321" cy="547270"/>
            </a:xfrm>
          </p:grpSpPr>
          <p:sp>
            <p:nvSpPr>
              <p:cNvPr id="317" name="Google Shape;317;p72"/>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318" name="Google Shape;318;p72"/>
              <p:cNvCxnSpPr/>
              <p:nvPr/>
            </p:nvCxnSpPr>
            <p:spPr>
              <a:xfrm>
                <a:off x="-1" y="2407907"/>
                <a:ext cx="1985654"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319" name="Google Shape;319;p72"/>
              <p:cNvCxnSpPr/>
              <p:nvPr/>
            </p:nvCxnSpPr>
            <p:spPr>
              <a:xfrm rot="10800000" flipH="1">
                <a:off x="1974958" y="2019015"/>
                <a:ext cx="463440" cy="388892"/>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320" name="Google Shape;320;p72"/>
              <p:cNvCxnSpPr/>
              <p:nvPr/>
            </p:nvCxnSpPr>
            <p:spPr>
              <a:xfrm>
                <a:off x="2438398" y="2019015"/>
                <a:ext cx="1080167" cy="0"/>
              </a:xfrm>
              <a:prstGeom prst="straightConnector1">
                <a:avLst/>
              </a:prstGeom>
              <a:noFill/>
              <a:ln w="38100" cap="rnd" cmpd="sng">
                <a:solidFill>
                  <a:srgbClr val="0072FF">
                    <a:alpha val="40000"/>
                  </a:srgbClr>
                </a:solidFill>
                <a:prstDash val="solid"/>
                <a:round/>
                <a:headEnd type="none" w="sm" len="sm"/>
                <a:tailEnd type="none" w="sm" len="sm"/>
              </a:ln>
            </p:spPr>
          </p:cxnSp>
        </p:grpSp>
        <p:grpSp>
          <p:nvGrpSpPr>
            <p:cNvPr id="321" name="Google Shape;321;p72"/>
            <p:cNvGrpSpPr/>
            <p:nvPr/>
          </p:nvGrpSpPr>
          <p:grpSpPr>
            <a:xfrm rot="10800000" flipH="1">
              <a:off x="-1259888" y="4408929"/>
              <a:ext cx="3835321" cy="547270"/>
              <a:chOff x="-1" y="1860637"/>
              <a:chExt cx="3835321" cy="547270"/>
            </a:xfrm>
          </p:grpSpPr>
          <p:sp>
            <p:nvSpPr>
              <p:cNvPr id="322" name="Google Shape;322;p72"/>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323" name="Google Shape;323;p72"/>
              <p:cNvCxnSpPr/>
              <p:nvPr/>
            </p:nvCxnSpPr>
            <p:spPr>
              <a:xfrm>
                <a:off x="-1" y="2407907"/>
                <a:ext cx="1985654"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324" name="Google Shape;324;p72"/>
              <p:cNvCxnSpPr/>
              <p:nvPr/>
            </p:nvCxnSpPr>
            <p:spPr>
              <a:xfrm rot="10800000" flipH="1">
                <a:off x="1974958" y="2019015"/>
                <a:ext cx="463440" cy="388892"/>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325" name="Google Shape;325;p72"/>
              <p:cNvCxnSpPr/>
              <p:nvPr/>
            </p:nvCxnSpPr>
            <p:spPr>
              <a:xfrm>
                <a:off x="2438398" y="2019015"/>
                <a:ext cx="1080167" cy="0"/>
              </a:xfrm>
              <a:prstGeom prst="straightConnector1">
                <a:avLst/>
              </a:prstGeom>
              <a:noFill/>
              <a:ln w="38100" cap="rnd" cmpd="sng">
                <a:solidFill>
                  <a:srgbClr val="0072FF">
                    <a:alpha val="40000"/>
                  </a:srgbClr>
                </a:solidFill>
                <a:prstDash val="solid"/>
                <a:round/>
                <a:headEnd type="none" w="sm" len="sm"/>
                <a:tailEnd type="none" w="sm" len="sm"/>
              </a:ln>
            </p:spPr>
          </p:cxnSp>
        </p:grpSp>
        <p:grpSp>
          <p:nvGrpSpPr>
            <p:cNvPr id="326" name="Google Shape;326;p72"/>
            <p:cNvGrpSpPr/>
            <p:nvPr/>
          </p:nvGrpSpPr>
          <p:grpSpPr>
            <a:xfrm>
              <a:off x="-1252333" y="2715185"/>
              <a:ext cx="2776521" cy="436736"/>
              <a:chOff x="-26865" y="2715185"/>
              <a:chExt cx="2776521" cy="436736"/>
            </a:xfrm>
          </p:grpSpPr>
          <p:cxnSp>
            <p:nvCxnSpPr>
              <p:cNvPr id="327" name="Google Shape;327;p72"/>
              <p:cNvCxnSpPr/>
              <p:nvPr/>
            </p:nvCxnSpPr>
            <p:spPr>
              <a:xfrm>
                <a:off x="-26865" y="3151921"/>
                <a:ext cx="140272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328" name="Google Shape;328;p72"/>
              <p:cNvCxnSpPr/>
              <p:nvPr/>
            </p:nvCxnSpPr>
            <p:spPr>
              <a:xfrm rot="10800000" flipH="1">
                <a:off x="1368303" y="2877197"/>
                <a:ext cx="327387" cy="274724"/>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329" name="Google Shape;329;p72"/>
              <p:cNvCxnSpPr/>
              <p:nvPr/>
            </p:nvCxnSpPr>
            <p:spPr>
              <a:xfrm>
                <a:off x="1695690" y="2877197"/>
                <a:ext cx="763061"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330" name="Google Shape;330;p72"/>
              <p:cNvSpPr/>
              <p:nvPr/>
            </p:nvSpPr>
            <p:spPr>
              <a:xfrm>
                <a:off x="2432901" y="2715185"/>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331" name="Google Shape;331;p72"/>
            <p:cNvGrpSpPr/>
            <p:nvPr/>
          </p:nvGrpSpPr>
          <p:grpSpPr>
            <a:xfrm>
              <a:off x="-1225468" y="3843225"/>
              <a:ext cx="2802371" cy="433101"/>
              <a:chOff x="-34420" y="3843718"/>
              <a:chExt cx="2802371" cy="433101"/>
            </a:xfrm>
          </p:grpSpPr>
          <p:cxnSp>
            <p:nvCxnSpPr>
              <p:cNvPr id="332" name="Google Shape;332;p72"/>
              <p:cNvCxnSpPr/>
              <p:nvPr/>
            </p:nvCxnSpPr>
            <p:spPr>
              <a:xfrm>
                <a:off x="-34420" y="3843718"/>
                <a:ext cx="140272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333" name="Google Shape;333;p72"/>
              <p:cNvCxnSpPr/>
              <p:nvPr/>
            </p:nvCxnSpPr>
            <p:spPr>
              <a:xfrm>
                <a:off x="1360748" y="3843718"/>
                <a:ext cx="327387" cy="274724"/>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334" name="Google Shape;334;p72"/>
              <p:cNvCxnSpPr/>
              <p:nvPr/>
            </p:nvCxnSpPr>
            <p:spPr>
              <a:xfrm>
                <a:off x="1688135" y="4118442"/>
                <a:ext cx="763061"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335" name="Google Shape;335;p72"/>
              <p:cNvSpPr/>
              <p:nvPr/>
            </p:nvSpPr>
            <p:spPr>
              <a:xfrm>
                <a:off x="2451196" y="3960064"/>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grpSp>
        <p:nvGrpSpPr>
          <p:cNvPr id="336" name="Google Shape;336;p72"/>
          <p:cNvGrpSpPr/>
          <p:nvPr/>
        </p:nvGrpSpPr>
        <p:grpSpPr>
          <a:xfrm flipH="1">
            <a:off x="9674240" y="1121391"/>
            <a:ext cx="4841288" cy="5054000"/>
            <a:chOff x="-1259888" y="901609"/>
            <a:chExt cx="4841288" cy="5054000"/>
          </a:xfrm>
        </p:grpSpPr>
        <p:grpSp>
          <p:nvGrpSpPr>
            <p:cNvPr id="337" name="Google Shape;337;p72"/>
            <p:cNvGrpSpPr/>
            <p:nvPr/>
          </p:nvGrpSpPr>
          <p:grpSpPr>
            <a:xfrm>
              <a:off x="-1225468" y="901609"/>
              <a:ext cx="4806868" cy="664514"/>
              <a:chOff x="0" y="901609"/>
              <a:chExt cx="4806868" cy="664514"/>
            </a:xfrm>
          </p:grpSpPr>
          <p:cxnSp>
            <p:nvCxnSpPr>
              <p:cNvPr id="338" name="Google Shape;338;p72"/>
              <p:cNvCxnSpPr/>
              <p:nvPr/>
            </p:nvCxnSpPr>
            <p:spPr>
              <a:xfrm>
                <a:off x="0" y="1566123"/>
                <a:ext cx="253393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339" name="Google Shape;339;p72"/>
              <p:cNvCxnSpPr/>
              <p:nvPr/>
            </p:nvCxnSpPr>
            <p:spPr>
              <a:xfrm rot="10800000" flipH="1">
                <a:off x="2520285" y="1059987"/>
                <a:ext cx="591405" cy="506136"/>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340" name="Google Shape;340;p72"/>
              <p:cNvCxnSpPr/>
              <p:nvPr/>
            </p:nvCxnSpPr>
            <p:spPr>
              <a:xfrm>
                <a:off x="3111690" y="1059987"/>
                <a:ext cx="1378423"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341" name="Google Shape;341;p72"/>
              <p:cNvSpPr/>
              <p:nvPr/>
            </p:nvSpPr>
            <p:spPr>
              <a:xfrm>
                <a:off x="4490113" y="901609"/>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342" name="Google Shape;342;p72"/>
            <p:cNvGrpSpPr/>
            <p:nvPr/>
          </p:nvGrpSpPr>
          <p:grpSpPr>
            <a:xfrm rot="10800000" flipH="1">
              <a:off x="-1225468" y="5291095"/>
              <a:ext cx="4806868" cy="664514"/>
              <a:chOff x="0" y="1232525"/>
              <a:chExt cx="4806868" cy="664514"/>
            </a:xfrm>
          </p:grpSpPr>
          <p:cxnSp>
            <p:nvCxnSpPr>
              <p:cNvPr id="343" name="Google Shape;343;p72"/>
              <p:cNvCxnSpPr/>
              <p:nvPr/>
            </p:nvCxnSpPr>
            <p:spPr>
              <a:xfrm>
                <a:off x="0" y="1897039"/>
                <a:ext cx="253393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344" name="Google Shape;344;p72"/>
              <p:cNvCxnSpPr/>
              <p:nvPr/>
            </p:nvCxnSpPr>
            <p:spPr>
              <a:xfrm rot="10800000" flipH="1">
                <a:off x="2520285" y="1390903"/>
                <a:ext cx="591405" cy="506136"/>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345" name="Google Shape;345;p72"/>
              <p:cNvCxnSpPr/>
              <p:nvPr/>
            </p:nvCxnSpPr>
            <p:spPr>
              <a:xfrm>
                <a:off x="3111690" y="1390903"/>
                <a:ext cx="1378423"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346" name="Google Shape;346;p72"/>
              <p:cNvSpPr/>
              <p:nvPr/>
            </p:nvSpPr>
            <p:spPr>
              <a:xfrm>
                <a:off x="4490113" y="1232525"/>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347" name="Google Shape;347;p72"/>
            <p:cNvGrpSpPr/>
            <p:nvPr/>
          </p:nvGrpSpPr>
          <p:grpSpPr>
            <a:xfrm>
              <a:off x="-1225469" y="1860637"/>
              <a:ext cx="3835321" cy="547270"/>
              <a:chOff x="-1" y="1860637"/>
              <a:chExt cx="3835321" cy="547270"/>
            </a:xfrm>
          </p:grpSpPr>
          <p:sp>
            <p:nvSpPr>
              <p:cNvPr id="348" name="Google Shape;348;p72"/>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349" name="Google Shape;349;p72"/>
              <p:cNvCxnSpPr/>
              <p:nvPr/>
            </p:nvCxnSpPr>
            <p:spPr>
              <a:xfrm>
                <a:off x="-1" y="2407907"/>
                <a:ext cx="1985654"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350" name="Google Shape;350;p72"/>
              <p:cNvCxnSpPr/>
              <p:nvPr/>
            </p:nvCxnSpPr>
            <p:spPr>
              <a:xfrm rot="10800000" flipH="1">
                <a:off x="1974958" y="2019015"/>
                <a:ext cx="463440" cy="388892"/>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351" name="Google Shape;351;p72"/>
              <p:cNvCxnSpPr/>
              <p:nvPr/>
            </p:nvCxnSpPr>
            <p:spPr>
              <a:xfrm>
                <a:off x="2438398" y="2019015"/>
                <a:ext cx="1080167" cy="0"/>
              </a:xfrm>
              <a:prstGeom prst="straightConnector1">
                <a:avLst/>
              </a:prstGeom>
              <a:noFill/>
              <a:ln w="38100" cap="rnd" cmpd="sng">
                <a:solidFill>
                  <a:srgbClr val="0072FF">
                    <a:alpha val="40000"/>
                  </a:srgbClr>
                </a:solidFill>
                <a:prstDash val="solid"/>
                <a:round/>
                <a:headEnd type="none" w="sm" len="sm"/>
                <a:tailEnd type="none" w="sm" len="sm"/>
              </a:ln>
            </p:spPr>
          </p:cxnSp>
        </p:grpSp>
        <p:grpSp>
          <p:nvGrpSpPr>
            <p:cNvPr id="352" name="Google Shape;352;p72"/>
            <p:cNvGrpSpPr/>
            <p:nvPr/>
          </p:nvGrpSpPr>
          <p:grpSpPr>
            <a:xfrm rot="10800000" flipH="1">
              <a:off x="-1259888" y="4408929"/>
              <a:ext cx="3835321" cy="547270"/>
              <a:chOff x="-1" y="1860637"/>
              <a:chExt cx="3835321" cy="547270"/>
            </a:xfrm>
          </p:grpSpPr>
          <p:sp>
            <p:nvSpPr>
              <p:cNvPr id="353" name="Google Shape;353;p72"/>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354" name="Google Shape;354;p72"/>
              <p:cNvCxnSpPr/>
              <p:nvPr/>
            </p:nvCxnSpPr>
            <p:spPr>
              <a:xfrm>
                <a:off x="-1" y="2407907"/>
                <a:ext cx="1985654"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355" name="Google Shape;355;p72"/>
              <p:cNvCxnSpPr/>
              <p:nvPr/>
            </p:nvCxnSpPr>
            <p:spPr>
              <a:xfrm rot="10800000" flipH="1">
                <a:off x="1974958" y="2019015"/>
                <a:ext cx="463440" cy="388892"/>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356" name="Google Shape;356;p72"/>
              <p:cNvCxnSpPr/>
              <p:nvPr/>
            </p:nvCxnSpPr>
            <p:spPr>
              <a:xfrm>
                <a:off x="2438398" y="2019015"/>
                <a:ext cx="1080167" cy="0"/>
              </a:xfrm>
              <a:prstGeom prst="straightConnector1">
                <a:avLst/>
              </a:prstGeom>
              <a:noFill/>
              <a:ln w="38100" cap="rnd" cmpd="sng">
                <a:solidFill>
                  <a:srgbClr val="0072FF">
                    <a:alpha val="40000"/>
                  </a:srgbClr>
                </a:solidFill>
                <a:prstDash val="solid"/>
                <a:round/>
                <a:headEnd type="none" w="sm" len="sm"/>
                <a:tailEnd type="none" w="sm" len="sm"/>
              </a:ln>
            </p:spPr>
          </p:cxnSp>
        </p:grpSp>
        <p:grpSp>
          <p:nvGrpSpPr>
            <p:cNvPr id="357" name="Google Shape;357;p72"/>
            <p:cNvGrpSpPr/>
            <p:nvPr/>
          </p:nvGrpSpPr>
          <p:grpSpPr>
            <a:xfrm>
              <a:off x="-1252333" y="2715185"/>
              <a:ext cx="2776521" cy="436736"/>
              <a:chOff x="-26865" y="2715185"/>
              <a:chExt cx="2776521" cy="436736"/>
            </a:xfrm>
          </p:grpSpPr>
          <p:cxnSp>
            <p:nvCxnSpPr>
              <p:cNvPr id="358" name="Google Shape;358;p72"/>
              <p:cNvCxnSpPr/>
              <p:nvPr/>
            </p:nvCxnSpPr>
            <p:spPr>
              <a:xfrm>
                <a:off x="-26865" y="3151921"/>
                <a:ext cx="140272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359" name="Google Shape;359;p72"/>
              <p:cNvCxnSpPr/>
              <p:nvPr/>
            </p:nvCxnSpPr>
            <p:spPr>
              <a:xfrm rot="10800000" flipH="1">
                <a:off x="1368303" y="2877197"/>
                <a:ext cx="327387" cy="274724"/>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360" name="Google Shape;360;p72"/>
              <p:cNvCxnSpPr/>
              <p:nvPr/>
            </p:nvCxnSpPr>
            <p:spPr>
              <a:xfrm>
                <a:off x="1695690" y="2877197"/>
                <a:ext cx="763061"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361" name="Google Shape;361;p72"/>
              <p:cNvSpPr/>
              <p:nvPr/>
            </p:nvSpPr>
            <p:spPr>
              <a:xfrm>
                <a:off x="2432901" y="2715185"/>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362" name="Google Shape;362;p72"/>
            <p:cNvGrpSpPr/>
            <p:nvPr/>
          </p:nvGrpSpPr>
          <p:grpSpPr>
            <a:xfrm>
              <a:off x="-1225468" y="3843225"/>
              <a:ext cx="2802371" cy="433101"/>
              <a:chOff x="-34420" y="3843718"/>
              <a:chExt cx="2802371" cy="433101"/>
            </a:xfrm>
          </p:grpSpPr>
          <p:cxnSp>
            <p:nvCxnSpPr>
              <p:cNvPr id="363" name="Google Shape;363;p72"/>
              <p:cNvCxnSpPr/>
              <p:nvPr/>
            </p:nvCxnSpPr>
            <p:spPr>
              <a:xfrm>
                <a:off x="-34420" y="3843718"/>
                <a:ext cx="140272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364" name="Google Shape;364;p72"/>
              <p:cNvCxnSpPr/>
              <p:nvPr/>
            </p:nvCxnSpPr>
            <p:spPr>
              <a:xfrm>
                <a:off x="1360748" y="3843718"/>
                <a:ext cx="327387" cy="274724"/>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365" name="Google Shape;365;p72"/>
              <p:cNvCxnSpPr/>
              <p:nvPr/>
            </p:nvCxnSpPr>
            <p:spPr>
              <a:xfrm>
                <a:off x="1688135" y="4118442"/>
                <a:ext cx="763061"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366" name="Google Shape;366;p72"/>
              <p:cNvSpPr/>
              <p:nvPr/>
            </p:nvSpPr>
            <p:spPr>
              <a:xfrm>
                <a:off x="2451196" y="3960064"/>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sp>
        <p:nvSpPr>
          <p:cNvPr id="367" name="Google Shape;367;p72"/>
          <p:cNvSpPr/>
          <p:nvPr/>
        </p:nvSpPr>
        <p:spPr>
          <a:xfrm>
            <a:off x="82718" y="6583140"/>
            <a:ext cx="233916" cy="233916"/>
          </a:xfrm>
          <a:prstGeom prst="ellipse">
            <a:avLst/>
          </a:prstGeom>
          <a:gradFill>
            <a:gsLst>
              <a:gs pos="0">
                <a:srgbClr val="0072FF"/>
              </a:gs>
              <a:gs pos="99000">
                <a:srgbClr val="00C6FF"/>
              </a:gs>
              <a:gs pos="100000">
                <a:srgbClr val="00C6F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368" name="Google Shape;368;p72"/>
          <p:cNvSpPr txBox="1">
            <a:spLocks noGrp="1"/>
          </p:cNvSpPr>
          <p:nvPr>
            <p:ph type="sldNum" idx="12"/>
          </p:nvPr>
        </p:nvSpPr>
        <p:spPr>
          <a:xfrm>
            <a:off x="58527" y="6566400"/>
            <a:ext cx="291600" cy="2916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lt1"/>
                </a:solidFill>
                <a:latin typeface="Arial"/>
                <a:ea typeface="Arial"/>
                <a:cs typeface="Arial"/>
                <a:sym typeface="Arial"/>
              </a:defRPr>
            </a:lvl1pPr>
            <a:lvl2pPr marL="0" lvl="1" indent="0" algn="ctr">
              <a:spcBef>
                <a:spcPts val="0"/>
              </a:spcBef>
              <a:buNone/>
              <a:defRPr sz="700">
                <a:solidFill>
                  <a:schemeClr val="lt1"/>
                </a:solidFill>
                <a:latin typeface="Arial"/>
                <a:ea typeface="Arial"/>
                <a:cs typeface="Arial"/>
                <a:sym typeface="Arial"/>
              </a:defRPr>
            </a:lvl2pPr>
            <a:lvl3pPr marL="0" lvl="2" indent="0" algn="ctr">
              <a:spcBef>
                <a:spcPts val="0"/>
              </a:spcBef>
              <a:buNone/>
              <a:defRPr sz="700">
                <a:solidFill>
                  <a:schemeClr val="lt1"/>
                </a:solidFill>
                <a:latin typeface="Arial"/>
                <a:ea typeface="Arial"/>
                <a:cs typeface="Arial"/>
                <a:sym typeface="Arial"/>
              </a:defRPr>
            </a:lvl3pPr>
            <a:lvl4pPr marL="0" lvl="3" indent="0" algn="ctr">
              <a:spcBef>
                <a:spcPts val="0"/>
              </a:spcBef>
              <a:buNone/>
              <a:defRPr sz="700">
                <a:solidFill>
                  <a:schemeClr val="lt1"/>
                </a:solidFill>
                <a:latin typeface="Arial"/>
                <a:ea typeface="Arial"/>
                <a:cs typeface="Arial"/>
                <a:sym typeface="Arial"/>
              </a:defRPr>
            </a:lvl4pPr>
            <a:lvl5pPr marL="0" lvl="4" indent="0" algn="ctr">
              <a:spcBef>
                <a:spcPts val="0"/>
              </a:spcBef>
              <a:buNone/>
              <a:defRPr sz="700">
                <a:solidFill>
                  <a:schemeClr val="lt1"/>
                </a:solidFill>
                <a:latin typeface="Arial"/>
                <a:ea typeface="Arial"/>
                <a:cs typeface="Arial"/>
                <a:sym typeface="Arial"/>
              </a:defRPr>
            </a:lvl5pPr>
            <a:lvl6pPr marL="0" lvl="5" indent="0" algn="ctr">
              <a:spcBef>
                <a:spcPts val="0"/>
              </a:spcBef>
              <a:buNone/>
              <a:defRPr sz="700">
                <a:solidFill>
                  <a:schemeClr val="lt1"/>
                </a:solidFill>
                <a:latin typeface="Arial"/>
                <a:ea typeface="Arial"/>
                <a:cs typeface="Arial"/>
                <a:sym typeface="Arial"/>
              </a:defRPr>
            </a:lvl6pPr>
            <a:lvl7pPr marL="0" lvl="6" indent="0" algn="ctr">
              <a:spcBef>
                <a:spcPts val="0"/>
              </a:spcBef>
              <a:buNone/>
              <a:defRPr sz="700">
                <a:solidFill>
                  <a:schemeClr val="lt1"/>
                </a:solidFill>
                <a:latin typeface="Arial"/>
                <a:ea typeface="Arial"/>
                <a:cs typeface="Arial"/>
                <a:sym typeface="Arial"/>
              </a:defRPr>
            </a:lvl7pPr>
            <a:lvl8pPr marL="0" lvl="7" indent="0" algn="ctr">
              <a:spcBef>
                <a:spcPts val="0"/>
              </a:spcBef>
              <a:buNone/>
              <a:defRPr sz="700">
                <a:solidFill>
                  <a:schemeClr val="lt1"/>
                </a:solidFill>
                <a:latin typeface="Arial"/>
                <a:ea typeface="Arial"/>
                <a:cs typeface="Arial"/>
                <a:sym typeface="Arial"/>
              </a:defRPr>
            </a:lvl8pPr>
            <a:lvl9pPr marL="0" lvl="8" indent="0" algn="ctr">
              <a:spcBef>
                <a:spcPts val="0"/>
              </a:spcBef>
              <a:buNone/>
              <a:defRPr sz="700">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369" name="Google Shape;369;p72"/>
          <p:cNvSpPr txBox="1"/>
          <p:nvPr/>
        </p:nvSpPr>
        <p:spPr>
          <a:xfrm>
            <a:off x="4702630" y="640081"/>
            <a:ext cx="3028822" cy="646331"/>
          </a:xfrm>
          <a:prstGeom prst="rect">
            <a:avLst/>
          </a:prstGeom>
          <a:gradFill>
            <a:gsLst>
              <a:gs pos="0">
                <a:srgbClr val="0072FF"/>
              </a:gs>
              <a:gs pos="100000">
                <a:srgbClr val="00C6FF"/>
              </a:gs>
            </a:gsLst>
            <a:path path="circle">
              <a:fillToRect l="50000" t="50000" r="50000" b="50000"/>
            </a:path>
            <a:tileRect/>
          </a:grad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endParaRPr sz="3600" b="1">
              <a:solidFill>
                <a:schemeClr val="lt1"/>
              </a:solidFill>
              <a:latin typeface="Times New Roman"/>
              <a:ea typeface="Times New Roman"/>
              <a:cs typeface="Times New Roman"/>
              <a:sym typeface="Times New Roman"/>
            </a:endParaRPr>
          </a:p>
        </p:txBody>
      </p:sp>
      <p:sp>
        <p:nvSpPr>
          <p:cNvPr id="370" name="Google Shape;370;p72"/>
          <p:cNvSpPr txBox="1">
            <a:spLocks noGrp="1"/>
          </p:cNvSpPr>
          <p:nvPr>
            <p:ph type="body" idx="1"/>
          </p:nvPr>
        </p:nvSpPr>
        <p:spPr>
          <a:xfrm>
            <a:off x="2033899" y="1559014"/>
            <a:ext cx="8124204" cy="4153664"/>
          </a:xfrm>
          <a:prstGeom prst="rect">
            <a:avLst/>
          </a:prstGeom>
          <a:noFill/>
          <a:ln>
            <a:noFill/>
          </a:ln>
        </p:spPr>
        <p:txBody>
          <a:bodyPr spcFirstLastPara="1" wrap="square" lIns="91425" tIns="45700" rIns="91425" bIns="45700" anchor="ctr" anchorCtr="0">
            <a:normAutofit/>
          </a:bodyPr>
          <a:lstStyle>
            <a:lvl1pPr marL="457200" lvl="0" indent="-406400" algn="just">
              <a:lnSpc>
                <a:spcPct val="130000"/>
              </a:lnSpc>
              <a:spcBef>
                <a:spcPts val="300"/>
              </a:spcBef>
              <a:spcAft>
                <a:spcPts val="0"/>
              </a:spcAft>
              <a:buClr>
                <a:schemeClr val="dk1"/>
              </a:buClr>
              <a:buSzPts val="2800"/>
              <a:buFont typeface="Calibri"/>
              <a:buAutoNum type="arabicPeriod"/>
              <a:defRPr sz="2800">
                <a:latin typeface="Arial"/>
                <a:ea typeface="Arial"/>
                <a:cs typeface="Arial"/>
                <a:sym typeface="Arial"/>
              </a:defRPr>
            </a:lvl1pPr>
            <a:lvl2pPr marL="914400" lvl="1" indent="-381000" algn="ctr">
              <a:lnSpc>
                <a:spcPct val="90000"/>
              </a:lnSpc>
              <a:spcBef>
                <a:spcPts val="500"/>
              </a:spcBef>
              <a:spcAft>
                <a:spcPts val="0"/>
              </a:spcAft>
              <a:buClr>
                <a:schemeClr val="dk1"/>
              </a:buClr>
              <a:buSzPts val="2400"/>
              <a:buFont typeface="Calibri"/>
              <a:buAutoNum type="arabicPeriod"/>
              <a:defRPr>
                <a:latin typeface="Arial"/>
                <a:ea typeface="Arial"/>
                <a:cs typeface="Arial"/>
                <a:sym typeface="Arial"/>
              </a:defRPr>
            </a:lvl2pPr>
            <a:lvl3pPr marL="1371600" lvl="2" indent="-355600" algn="ctr">
              <a:lnSpc>
                <a:spcPct val="90000"/>
              </a:lnSpc>
              <a:spcBef>
                <a:spcPts val="500"/>
              </a:spcBef>
              <a:spcAft>
                <a:spcPts val="0"/>
              </a:spcAft>
              <a:buClr>
                <a:schemeClr val="dk1"/>
              </a:buClr>
              <a:buSzPts val="2000"/>
              <a:buFont typeface="Calibri"/>
              <a:buAutoNum type="arabicPeriod"/>
              <a:defRPr>
                <a:latin typeface="Arial"/>
                <a:ea typeface="Arial"/>
                <a:cs typeface="Arial"/>
                <a:sym typeface="Arial"/>
              </a:defRPr>
            </a:lvl3pPr>
            <a:lvl4pPr marL="1828800" lvl="3" indent="-3429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4pPr>
            <a:lvl5pPr marL="2286000" lvl="4" indent="-3429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1" name="Google Shape;371;p72"/>
          <p:cNvSpPr/>
          <p:nvPr/>
        </p:nvSpPr>
        <p:spPr>
          <a:xfrm rot="10800000">
            <a:off x="0" y="0"/>
            <a:ext cx="715617" cy="616911"/>
          </a:xfrm>
          <a:prstGeom prst="triangle">
            <a:avLst>
              <a:gd name="adj" fmla="val 100000"/>
            </a:avLst>
          </a:prstGeom>
          <a:solidFill>
            <a:srgbClr val="0072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72" name="Google Shape;372;p72"/>
          <p:cNvGrpSpPr/>
          <p:nvPr/>
        </p:nvGrpSpPr>
        <p:grpSpPr>
          <a:xfrm>
            <a:off x="58527" y="40944"/>
            <a:ext cx="2869771" cy="886519"/>
            <a:chOff x="44879" y="27296"/>
            <a:chExt cx="2869771" cy="886519"/>
          </a:xfrm>
        </p:grpSpPr>
        <p:cxnSp>
          <p:nvCxnSpPr>
            <p:cNvPr id="373" name="Google Shape;373;p72"/>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374" name="Google Shape;374;p72"/>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375" name="Google Shape;375;p72"/>
            <p:cNvCxnSpPr/>
            <p:nvPr/>
          </p:nvCxnSpPr>
          <p:spPr>
            <a:xfrm rot="10800000">
              <a:off x="52214" y="654128"/>
              <a:ext cx="0" cy="259687"/>
            </a:xfrm>
            <a:prstGeom prst="straightConnector1">
              <a:avLst/>
            </a:prstGeom>
            <a:noFill/>
            <a:ln w="38100" cap="flat" cmpd="sng">
              <a:solidFill>
                <a:srgbClr val="00C6FF"/>
              </a:solidFill>
              <a:prstDash val="solid"/>
              <a:miter lim="800000"/>
              <a:headEnd type="none" w="sm" len="sm"/>
              <a:tailEnd type="none" w="sm" len="sm"/>
            </a:ln>
          </p:spPr>
        </p:cxnSp>
      </p:grpSp>
      <p:sp>
        <p:nvSpPr>
          <p:cNvPr id="376" name="Google Shape;376;p72"/>
          <p:cNvSpPr txBox="1">
            <a:spLocks noGrp="1"/>
          </p:cNvSpPr>
          <p:nvPr>
            <p:ph type="dt" idx="10"/>
          </p:nvPr>
        </p:nvSpPr>
        <p:spPr>
          <a:xfrm>
            <a:off x="796022" y="6454635"/>
            <a:ext cx="2132276" cy="2668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7" name="Google Shape;377;p72"/>
          <p:cNvSpPr txBox="1">
            <a:spLocks noGrp="1"/>
          </p:cNvSpPr>
          <p:nvPr>
            <p:ph type="body" idx="2"/>
          </p:nvPr>
        </p:nvSpPr>
        <p:spPr>
          <a:xfrm>
            <a:off x="4859729" y="734646"/>
            <a:ext cx="2714625" cy="457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lt1"/>
              </a:buClr>
              <a:buSzPts val="3600"/>
              <a:buNone/>
              <a:defRPr sz="3600" b="1">
                <a:solidFill>
                  <a:schemeClr val="lt1"/>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8" name="Google Shape;378;p72"/>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_Tiêu đề chương">
  <p:cSld name="3_Tiêu đề chương">
    <p:spTree>
      <p:nvGrpSpPr>
        <p:cNvPr id="1" name="Shape 379"/>
        <p:cNvGrpSpPr/>
        <p:nvPr/>
      </p:nvGrpSpPr>
      <p:grpSpPr>
        <a:xfrm>
          <a:off x="0" y="0"/>
          <a:ext cx="0" cy="0"/>
          <a:chOff x="0" y="0"/>
          <a:chExt cx="0" cy="0"/>
        </a:xfrm>
      </p:grpSpPr>
      <p:pic>
        <p:nvPicPr>
          <p:cNvPr id="380" name="Google Shape;380;p73" descr="Background pattern&#10;&#10;Description automatically generated"/>
          <p:cNvPicPr preferRelativeResize="0"/>
          <p:nvPr/>
        </p:nvPicPr>
        <p:blipFill rotWithShape="1">
          <a:blip r:embed="rId2">
            <a:alphaModFix/>
          </a:blip>
          <a:srcRect/>
          <a:stretch/>
        </p:blipFill>
        <p:spPr>
          <a:xfrm>
            <a:off x="-1" y="-1"/>
            <a:ext cx="12192001" cy="6854889"/>
          </a:xfrm>
          <a:prstGeom prst="rect">
            <a:avLst/>
          </a:prstGeom>
          <a:noFill/>
          <a:ln>
            <a:noFill/>
          </a:ln>
        </p:spPr>
      </p:pic>
      <p:sp>
        <p:nvSpPr>
          <p:cNvPr id="381" name="Google Shape;381;p73"/>
          <p:cNvSpPr/>
          <p:nvPr/>
        </p:nvSpPr>
        <p:spPr>
          <a:xfrm>
            <a:off x="-1" y="-3113"/>
            <a:ext cx="12192000" cy="6858000"/>
          </a:xfrm>
          <a:prstGeom prst="rect">
            <a:avLst/>
          </a:prstGeom>
          <a:gradFill>
            <a:gsLst>
              <a:gs pos="0">
                <a:srgbClr val="0A4671">
                  <a:alpha val="74901"/>
                </a:srgbClr>
              </a:gs>
              <a:gs pos="100000">
                <a:srgbClr val="0A467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2" name="Google Shape;382;p73"/>
          <p:cNvSpPr/>
          <p:nvPr/>
        </p:nvSpPr>
        <p:spPr>
          <a:xfrm rot="10800000">
            <a:off x="0" y="0"/>
            <a:ext cx="715617" cy="616911"/>
          </a:xfrm>
          <a:prstGeom prst="triangle">
            <a:avLst>
              <a:gd name="adj" fmla="val 100000"/>
            </a:avLst>
          </a:prstGeom>
          <a:solidFill>
            <a:srgbClr val="00F7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83" name="Google Shape;383;p73"/>
          <p:cNvGrpSpPr/>
          <p:nvPr/>
        </p:nvGrpSpPr>
        <p:grpSpPr>
          <a:xfrm>
            <a:off x="58527" y="40944"/>
            <a:ext cx="2869771" cy="1563379"/>
            <a:chOff x="44879" y="27296"/>
            <a:chExt cx="2869771" cy="1563379"/>
          </a:xfrm>
        </p:grpSpPr>
        <p:cxnSp>
          <p:nvCxnSpPr>
            <p:cNvPr id="384" name="Google Shape;384;p73"/>
            <p:cNvCxnSpPr/>
            <p:nvPr/>
          </p:nvCxnSpPr>
          <p:spPr>
            <a:xfrm rot="10800000">
              <a:off x="766351" y="34631"/>
              <a:ext cx="2148299" cy="0"/>
            </a:xfrm>
            <a:prstGeom prst="straightConnector1">
              <a:avLst/>
            </a:prstGeom>
            <a:noFill/>
            <a:ln w="38100" cap="flat" cmpd="sng">
              <a:solidFill>
                <a:srgbClr val="00F7FF"/>
              </a:solidFill>
              <a:prstDash val="solid"/>
              <a:miter lim="800000"/>
              <a:headEnd type="none" w="sm" len="sm"/>
              <a:tailEnd type="none" w="sm" len="sm"/>
            </a:ln>
          </p:spPr>
        </p:cxnSp>
        <p:cxnSp>
          <p:nvCxnSpPr>
            <p:cNvPr id="385" name="Google Shape;385;p73"/>
            <p:cNvCxnSpPr/>
            <p:nvPr/>
          </p:nvCxnSpPr>
          <p:spPr>
            <a:xfrm flipH="1">
              <a:off x="44879" y="27296"/>
              <a:ext cx="737495" cy="644210"/>
            </a:xfrm>
            <a:prstGeom prst="straightConnector1">
              <a:avLst/>
            </a:prstGeom>
            <a:noFill/>
            <a:ln w="38100" cap="flat" cmpd="sng">
              <a:solidFill>
                <a:srgbClr val="00F7FF"/>
              </a:solidFill>
              <a:prstDash val="solid"/>
              <a:miter lim="800000"/>
              <a:headEnd type="none" w="sm" len="sm"/>
              <a:tailEnd type="none" w="sm" len="sm"/>
            </a:ln>
          </p:spPr>
        </p:cxnSp>
        <p:cxnSp>
          <p:nvCxnSpPr>
            <p:cNvPr id="386" name="Google Shape;386;p73"/>
            <p:cNvCxnSpPr/>
            <p:nvPr/>
          </p:nvCxnSpPr>
          <p:spPr>
            <a:xfrm rot="10800000">
              <a:off x="52214" y="654128"/>
              <a:ext cx="0" cy="936547"/>
            </a:xfrm>
            <a:prstGeom prst="straightConnector1">
              <a:avLst/>
            </a:prstGeom>
            <a:noFill/>
            <a:ln w="38100" cap="flat" cmpd="sng">
              <a:solidFill>
                <a:srgbClr val="00F7FF"/>
              </a:solidFill>
              <a:prstDash val="solid"/>
              <a:miter lim="800000"/>
              <a:headEnd type="none" w="sm" len="sm"/>
              <a:tailEnd type="none" w="sm" len="sm"/>
            </a:ln>
          </p:spPr>
        </p:cxnSp>
      </p:grpSp>
      <p:sp>
        <p:nvSpPr>
          <p:cNvPr id="387" name="Google Shape;387;p73"/>
          <p:cNvSpPr/>
          <p:nvPr/>
        </p:nvSpPr>
        <p:spPr>
          <a:xfrm>
            <a:off x="11476383" y="6241089"/>
            <a:ext cx="715617" cy="616911"/>
          </a:xfrm>
          <a:prstGeom prst="triangle">
            <a:avLst>
              <a:gd name="adj" fmla="val 100000"/>
            </a:avLst>
          </a:prstGeom>
          <a:solidFill>
            <a:srgbClr val="00F7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88" name="Google Shape;388;p73"/>
          <p:cNvGrpSpPr/>
          <p:nvPr/>
        </p:nvGrpSpPr>
        <p:grpSpPr>
          <a:xfrm rot="10800000">
            <a:off x="9263702" y="5253677"/>
            <a:ext cx="2869771" cy="1563379"/>
            <a:chOff x="44879" y="27296"/>
            <a:chExt cx="2869771" cy="1563379"/>
          </a:xfrm>
        </p:grpSpPr>
        <p:cxnSp>
          <p:nvCxnSpPr>
            <p:cNvPr id="389" name="Google Shape;389;p73"/>
            <p:cNvCxnSpPr/>
            <p:nvPr/>
          </p:nvCxnSpPr>
          <p:spPr>
            <a:xfrm rot="10800000">
              <a:off x="766351" y="34631"/>
              <a:ext cx="2148299" cy="0"/>
            </a:xfrm>
            <a:prstGeom prst="straightConnector1">
              <a:avLst/>
            </a:prstGeom>
            <a:noFill/>
            <a:ln w="38100" cap="rnd" cmpd="sng">
              <a:solidFill>
                <a:srgbClr val="00F7FF"/>
              </a:solidFill>
              <a:prstDash val="solid"/>
              <a:round/>
              <a:headEnd type="none" w="sm" len="sm"/>
              <a:tailEnd type="none" w="sm" len="sm"/>
            </a:ln>
          </p:spPr>
        </p:cxnSp>
        <p:cxnSp>
          <p:nvCxnSpPr>
            <p:cNvPr id="390" name="Google Shape;390;p73"/>
            <p:cNvCxnSpPr/>
            <p:nvPr/>
          </p:nvCxnSpPr>
          <p:spPr>
            <a:xfrm flipH="1">
              <a:off x="44879" y="27296"/>
              <a:ext cx="737495" cy="644210"/>
            </a:xfrm>
            <a:prstGeom prst="straightConnector1">
              <a:avLst/>
            </a:prstGeom>
            <a:noFill/>
            <a:ln w="38100" cap="rnd" cmpd="sng">
              <a:solidFill>
                <a:srgbClr val="00F7FF"/>
              </a:solidFill>
              <a:prstDash val="solid"/>
              <a:round/>
              <a:headEnd type="none" w="sm" len="sm"/>
              <a:tailEnd type="none" w="sm" len="sm"/>
            </a:ln>
          </p:spPr>
        </p:cxnSp>
        <p:cxnSp>
          <p:nvCxnSpPr>
            <p:cNvPr id="391" name="Google Shape;391;p73"/>
            <p:cNvCxnSpPr/>
            <p:nvPr/>
          </p:nvCxnSpPr>
          <p:spPr>
            <a:xfrm rot="10800000">
              <a:off x="52214" y="654128"/>
              <a:ext cx="0" cy="936547"/>
            </a:xfrm>
            <a:prstGeom prst="straightConnector1">
              <a:avLst/>
            </a:prstGeom>
            <a:noFill/>
            <a:ln w="38100" cap="rnd" cmpd="sng">
              <a:solidFill>
                <a:srgbClr val="00F7FF"/>
              </a:solidFill>
              <a:prstDash val="solid"/>
              <a:round/>
              <a:headEnd type="none" w="sm" len="sm"/>
              <a:tailEnd type="none" w="sm" len="sm"/>
            </a:ln>
          </p:spPr>
        </p:cxnSp>
      </p:grpSp>
      <p:sp>
        <p:nvSpPr>
          <p:cNvPr id="392" name="Google Shape;392;p73"/>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3" name="Google Shape;393;p73"/>
          <p:cNvSpPr txBox="1">
            <a:spLocks noGrp="1"/>
          </p:cNvSpPr>
          <p:nvPr>
            <p:ph type="dt" idx="10"/>
          </p:nvPr>
        </p:nvSpPr>
        <p:spPr>
          <a:xfrm>
            <a:off x="6060300" y="6481647"/>
            <a:ext cx="2090098" cy="23982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4" name="Google Shape;394;p73"/>
          <p:cNvSpPr txBox="1">
            <a:spLocks noGrp="1"/>
          </p:cNvSpPr>
          <p:nvPr>
            <p:ph type="ftr" idx="11"/>
          </p:nvPr>
        </p:nvSpPr>
        <p:spPr>
          <a:xfrm>
            <a:off x="838200" y="6481647"/>
            <a:ext cx="4475922" cy="23982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5" name="Google Shape;395;p73"/>
          <p:cNvSpPr/>
          <p:nvPr/>
        </p:nvSpPr>
        <p:spPr>
          <a:xfrm>
            <a:off x="95208" y="6583150"/>
            <a:ext cx="233916" cy="23391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396" name="Google Shape;396;p73"/>
          <p:cNvSpPr txBox="1">
            <a:spLocks noGrp="1"/>
          </p:cNvSpPr>
          <p:nvPr>
            <p:ph type="sldNum" idx="12"/>
          </p:nvPr>
        </p:nvSpPr>
        <p:spPr>
          <a:xfrm>
            <a:off x="65862" y="6542216"/>
            <a:ext cx="292608" cy="315784"/>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397" name="Google Shape;397;p73"/>
          <p:cNvSpPr>
            <a:spLocks noGrp="1"/>
          </p:cNvSpPr>
          <p:nvPr>
            <p:ph type="body" idx="1"/>
          </p:nvPr>
        </p:nvSpPr>
        <p:spPr>
          <a:xfrm>
            <a:off x="1704109" y="3019167"/>
            <a:ext cx="4583866" cy="1439258"/>
          </a:xfrm>
          <a:prstGeom prst="roundRect">
            <a:avLst>
              <a:gd name="adj" fmla="val 2631"/>
            </a:avLst>
          </a:prstGeom>
          <a:solidFill>
            <a:srgbClr val="F2F2F2"/>
          </a:solidFill>
          <a:ln w="19050" cap="rnd" cmpd="sng">
            <a:solidFill>
              <a:srgbClr val="00C6FF"/>
            </a:solidFill>
            <a:prstDash val="solid"/>
            <a:round/>
            <a:headEnd type="none" w="sm" len="sm"/>
            <a:tailEnd type="none" w="sm" len="sm"/>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rgbClr val="0072FF"/>
              </a:buClr>
              <a:buSzPts val="2000"/>
              <a:buNone/>
              <a:defRPr sz="2000" b="1" i="0">
                <a:solidFill>
                  <a:srgbClr val="0072FF"/>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398" name="Google Shape;398;p73"/>
          <p:cNvGrpSpPr/>
          <p:nvPr/>
        </p:nvGrpSpPr>
        <p:grpSpPr>
          <a:xfrm>
            <a:off x="-1" y="4458425"/>
            <a:ext cx="8647103" cy="664514"/>
            <a:chOff x="-349411" y="1322122"/>
            <a:chExt cx="8647103" cy="664514"/>
          </a:xfrm>
        </p:grpSpPr>
        <p:cxnSp>
          <p:nvCxnSpPr>
            <p:cNvPr id="399" name="Google Shape;399;p73"/>
            <p:cNvCxnSpPr/>
            <p:nvPr/>
          </p:nvCxnSpPr>
          <p:spPr>
            <a:xfrm>
              <a:off x="-349411" y="1986636"/>
              <a:ext cx="6360520" cy="0"/>
            </a:xfrm>
            <a:prstGeom prst="straightConnector1">
              <a:avLst/>
            </a:prstGeom>
            <a:noFill/>
            <a:ln w="38100" cap="rnd" cmpd="sng">
              <a:solidFill>
                <a:srgbClr val="00F7FF"/>
              </a:solidFill>
              <a:prstDash val="solid"/>
              <a:round/>
              <a:headEnd type="none" w="sm" len="sm"/>
              <a:tailEnd type="none" w="sm" len="sm"/>
            </a:ln>
          </p:spPr>
        </p:cxnSp>
        <p:cxnSp>
          <p:nvCxnSpPr>
            <p:cNvPr id="400" name="Google Shape;400;p73"/>
            <p:cNvCxnSpPr/>
            <p:nvPr/>
          </p:nvCxnSpPr>
          <p:spPr>
            <a:xfrm rot="10800000" flipH="1">
              <a:off x="6011109" y="1480500"/>
              <a:ext cx="591405" cy="506136"/>
            </a:xfrm>
            <a:prstGeom prst="straightConnector1">
              <a:avLst/>
            </a:prstGeom>
            <a:noFill/>
            <a:ln w="38100" cap="rnd" cmpd="sng">
              <a:solidFill>
                <a:srgbClr val="00F7FF"/>
              </a:solidFill>
              <a:prstDash val="solid"/>
              <a:round/>
              <a:headEnd type="none" w="sm" len="sm"/>
              <a:tailEnd type="none" w="sm" len="sm"/>
            </a:ln>
          </p:spPr>
        </p:cxnSp>
        <p:cxnSp>
          <p:nvCxnSpPr>
            <p:cNvPr id="401" name="Google Shape;401;p73"/>
            <p:cNvCxnSpPr/>
            <p:nvPr/>
          </p:nvCxnSpPr>
          <p:spPr>
            <a:xfrm>
              <a:off x="6602514" y="1480500"/>
              <a:ext cx="1378423" cy="0"/>
            </a:xfrm>
            <a:prstGeom prst="straightConnector1">
              <a:avLst/>
            </a:prstGeom>
            <a:noFill/>
            <a:ln w="38100" cap="rnd" cmpd="sng">
              <a:solidFill>
                <a:srgbClr val="00F7FF"/>
              </a:solidFill>
              <a:prstDash val="solid"/>
              <a:round/>
              <a:headEnd type="none" w="sm" len="sm"/>
              <a:tailEnd type="none" w="sm" len="sm"/>
            </a:ln>
          </p:spPr>
        </p:cxnSp>
        <p:sp>
          <p:nvSpPr>
            <p:cNvPr id="402" name="Google Shape;402;p73"/>
            <p:cNvSpPr/>
            <p:nvPr/>
          </p:nvSpPr>
          <p:spPr>
            <a:xfrm>
              <a:off x="7980937" y="1322122"/>
              <a:ext cx="316755" cy="316755"/>
            </a:xfrm>
            <a:prstGeom prst="ellipse">
              <a:avLst/>
            </a:prstGeom>
            <a:gradFill>
              <a:gsLst>
                <a:gs pos="0">
                  <a:srgbClr val="00F7FF"/>
                </a:gs>
                <a:gs pos="100000">
                  <a:srgbClr val="00C6F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403" name="Google Shape;403;p73"/>
          <p:cNvSpPr/>
          <p:nvPr/>
        </p:nvSpPr>
        <p:spPr>
          <a:xfrm>
            <a:off x="796022" y="2736380"/>
            <a:ext cx="2019600" cy="2019600"/>
          </a:xfrm>
          <a:prstGeom prst="ellipse">
            <a:avLst/>
          </a:prstGeom>
          <a:gradFill>
            <a:gsLst>
              <a:gs pos="0">
                <a:srgbClr val="00C6FF"/>
              </a:gs>
              <a:gs pos="100000">
                <a:srgbClr val="0072FF"/>
              </a:gs>
            </a:gsLst>
            <a:lin ang="5400000" scaled="0"/>
          </a:gradFill>
          <a:ln w="12700" cap="flat" cmpd="sng">
            <a:solidFill>
              <a:srgbClr val="00C6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04" name="Google Shape;404;p73"/>
          <p:cNvSpPr>
            <a:spLocks noGrp="1"/>
          </p:cNvSpPr>
          <p:nvPr>
            <p:ph type="pic" idx="2"/>
          </p:nvPr>
        </p:nvSpPr>
        <p:spPr>
          <a:xfrm>
            <a:off x="690326" y="2728996"/>
            <a:ext cx="2020888" cy="2019600"/>
          </a:xfrm>
          <a:prstGeom prst="ellipse">
            <a:avLst/>
          </a:prstGeom>
          <a:solidFill>
            <a:schemeClr val="lt1"/>
          </a:solidFill>
          <a:ln w="19050" cap="flat" cmpd="sng">
            <a:solidFill>
              <a:srgbClr val="00F7FF"/>
            </a:solidFill>
            <a:prstDash val="solid"/>
            <a:round/>
            <a:headEnd type="none" w="sm" len="sm"/>
            <a:tailEnd type="none" w="sm" len="sm"/>
          </a:ln>
          <a:effectLst>
            <a:outerShdw blurRad="63500" sx="102000" sy="102000" algn="ctr" rotWithShape="0">
              <a:srgbClr val="000000">
                <a:alpha val="40000"/>
              </a:srgbClr>
            </a:outerShdw>
          </a:effectLst>
        </p:spPr>
      </p:sp>
      <p:sp>
        <p:nvSpPr>
          <p:cNvPr id="405" name="Google Shape;405;p73"/>
          <p:cNvSpPr txBox="1">
            <a:spLocks noGrp="1"/>
          </p:cNvSpPr>
          <p:nvPr>
            <p:ph type="body" idx="3"/>
          </p:nvPr>
        </p:nvSpPr>
        <p:spPr>
          <a:xfrm>
            <a:off x="2711214" y="2263753"/>
            <a:ext cx="3576761" cy="622002"/>
          </a:xfrm>
          <a:prstGeom prst="rect">
            <a:avLst/>
          </a:prstGeom>
          <a:noFill/>
          <a:ln>
            <a:noFill/>
          </a:ln>
        </p:spPr>
        <p:txBody>
          <a:bodyPr spcFirstLastPara="1" wrap="square" lIns="91425" tIns="45700" rIns="91425" bIns="45700" anchor="ctr" anchorCtr="0">
            <a:noAutofit/>
          </a:bodyPr>
          <a:lstStyle>
            <a:lvl1pPr marL="457200" lvl="0" indent="-228600" algn="r">
              <a:lnSpc>
                <a:spcPct val="90000"/>
              </a:lnSpc>
              <a:spcBef>
                <a:spcPts val="1000"/>
              </a:spcBef>
              <a:spcAft>
                <a:spcPts val="0"/>
              </a:spcAft>
              <a:buClr>
                <a:srgbClr val="00F7FF"/>
              </a:buClr>
              <a:buSzPts val="3600"/>
              <a:buNone/>
              <a:defRPr sz="3600" b="1">
                <a:solidFill>
                  <a:srgbClr val="00F7FF"/>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êu đề chương">
  <p:cSld name="Tiêu đề chương">
    <p:spTree>
      <p:nvGrpSpPr>
        <p:cNvPr id="1" name="Shape 406"/>
        <p:cNvGrpSpPr/>
        <p:nvPr/>
      </p:nvGrpSpPr>
      <p:grpSpPr>
        <a:xfrm>
          <a:off x="0" y="0"/>
          <a:ext cx="0" cy="0"/>
          <a:chOff x="0" y="0"/>
          <a:chExt cx="0" cy="0"/>
        </a:xfrm>
      </p:grpSpPr>
      <p:pic>
        <p:nvPicPr>
          <p:cNvPr id="407" name="Google Shape;407;p74" descr="Background pattern&#10;&#10;Description automatically generated"/>
          <p:cNvPicPr preferRelativeResize="0"/>
          <p:nvPr/>
        </p:nvPicPr>
        <p:blipFill rotWithShape="1">
          <a:blip r:embed="rId2">
            <a:alphaModFix/>
          </a:blip>
          <a:srcRect/>
          <a:stretch/>
        </p:blipFill>
        <p:spPr>
          <a:xfrm>
            <a:off x="-1" y="-1"/>
            <a:ext cx="12192001" cy="6854889"/>
          </a:xfrm>
          <a:prstGeom prst="rect">
            <a:avLst/>
          </a:prstGeom>
          <a:noFill/>
          <a:ln>
            <a:noFill/>
          </a:ln>
        </p:spPr>
      </p:pic>
      <p:sp>
        <p:nvSpPr>
          <p:cNvPr id="408" name="Google Shape;408;p74"/>
          <p:cNvSpPr/>
          <p:nvPr/>
        </p:nvSpPr>
        <p:spPr>
          <a:xfrm>
            <a:off x="-1" y="-3113"/>
            <a:ext cx="12192000" cy="6858000"/>
          </a:xfrm>
          <a:prstGeom prst="rect">
            <a:avLst/>
          </a:prstGeom>
          <a:gradFill>
            <a:gsLst>
              <a:gs pos="0">
                <a:srgbClr val="0A4671">
                  <a:alpha val="74901"/>
                </a:srgbClr>
              </a:gs>
              <a:gs pos="100000">
                <a:srgbClr val="0A467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9" name="Google Shape;409;p74"/>
          <p:cNvSpPr/>
          <p:nvPr/>
        </p:nvSpPr>
        <p:spPr>
          <a:xfrm rot="10800000">
            <a:off x="0" y="0"/>
            <a:ext cx="715617" cy="616911"/>
          </a:xfrm>
          <a:prstGeom prst="triangle">
            <a:avLst>
              <a:gd name="adj" fmla="val 100000"/>
            </a:avLst>
          </a:prstGeom>
          <a:solidFill>
            <a:srgbClr val="00F7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410" name="Google Shape;410;p74"/>
          <p:cNvGrpSpPr/>
          <p:nvPr/>
        </p:nvGrpSpPr>
        <p:grpSpPr>
          <a:xfrm>
            <a:off x="58527" y="40944"/>
            <a:ext cx="2869771" cy="1563379"/>
            <a:chOff x="44879" y="27296"/>
            <a:chExt cx="2869771" cy="1563379"/>
          </a:xfrm>
        </p:grpSpPr>
        <p:cxnSp>
          <p:nvCxnSpPr>
            <p:cNvPr id="411" name="Google Shape;411;p74"/>
            <p:cNvCxnSpPr/>
            <p:nvPr/>
          </p:nvCxnSpPr>
          <p:spPr>
            <a:xfrm rot="10800000">
              <a:off x="766351" y="34631"/>
              <a:ext cx="2148299" cy="0"/>
            </a:xfrm>
            <a:prstGeom prst="straightConnector1">
              <a:avLst/>
            </a:prstGeom>
            <a:noFill/>
            <a:ln w="38100" cap="flat" cmpd="sng">
              <a:solidFill>
                <a:srgbClr val="00F7FF"/>
              </a:solidFill>
              <a:prstDash val="solid"/>
              <a:miter lim="800000"/>
              <a:headEnd type="none" w="sm" len="sm"/>
              <a:tailEnd type="none" w="sm" len="sm"/>
            </a:ln>
          </p:spPr>
        </p:cxnSp>
        <p:cxnSp>
          <p:nvCxnSpPr>
            <p:cNvPr id="412" name="Google Shape;412;p74"/>
            <p:cNvCxnSpPr/>
            <p:nvPr/>
          </p:nvCxnSpPr>
          <p:spPr>
            <a:xfrm flipH="1">
              <a:off x="44879" y="27296"/>
              <a:ext cx="737495" cy="644210"/>
            </a:xfrm>
            <a:prstGeom prst="straightConnector1">
              <a:avLst/>
            </a:prstGeom>
            <a:noFill/>
            <a:ln w="38100" cap="flat" cmpd="sng">
              <a:solidFill>
                <a:srgbClr val="00F7FF"/>
              </a:solidFill>
              <a:prstDash val="solid"/>
              <a:miter lim="800000"/>
              <a:headEnd type="none" w="sm" len="sm"/>
              <a:tailEnd type="none" w="sm" len="sm"/>
            </a:ln>
          </p:spPr>
        </p:cxnSp>
        <p:cxnSp>
          <p:nvCxnSpPr>
            <p:cNvPr id="413" name="Google Shape;413;p74"/>
            <p:cNvCxnSpPr/>
            <p:nvPr/>
          </p:nvCxnSpPr>
          <p:spPr>
            <a:xfrm rot="10800000">
              <a:off x="52214" y="654128"/>
              <a:ext cx="0" cy="936547"/>
            </a:xfrm>
            <a:prstGeom prst="straightConnector1">
              <a:avLst/>
            </a:prstGeom>
            <a:noFill/>
            <a:ln w="38100" cap="flat" cmpd="sng">
              <a:solidFill>
                <a:srgbClr val="00F7FF"/>
              </a:solidFill>
              <a:prstDash val="solid"/>
              <a:miter lim="800000"/>
              <a:headEnd type="none" w="sm" len="sm"/>
              <a:tailEnd type="none" w="sm" len="sm"/>
            </a:ln>
          </p:spPr>
        </p:cxnSp>
      </p:grpSp>
      <p:sp>
        <p:nvSpPr>
          <p:cNvPr id="414" name="Google Shape;414;p74"/>
          <p:cNvSpPr/>
          <p:nvPr/>
        </p:nvSpPr>
        <p:spPr>
          <a:xfrm>
            <a:off x="11476383" y="6241089"/>
            <a:ext cx="715617" cy="616911"/>
          </a:xfrm>
          <a:prstGeom prst="triangle">
            <a:avLst>
              <a:gd name="adj" fmla="val 100000"/>
            </a:avLst>
          </a:prstGeom>
          <a:solidFill>
            <a:srgbClr val="00F7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415" name="Google Shape;415;p74"/>
          <p:cNvGrpSpPr/>
          <p:nvPr/>
        </p:nvGrpSpPr>
        <p:grpSpPr>
          <a:xfrm rot="10800000">
            <a:off x="9263702" y="5253677"/>
            <a:ext cx="2869771" cy="1563379"/>
            <a:chOff x="44879" y="27296"/>
            <a:chExt cx="2869771" cy="1563379"/>
          </a:xfrm>
        </p:grpSpPr>
        <p:cxnSp>
          <p:nvCxnSpPr>
            <p:cNvPr id="416" name="Google Shape;416;p74"/>
            <p:cNvCxnSpPr/>
            <p:nvPr/>
          </p:nvCxnSpPr>
          <p:spPr>
            <a:xfrm rot="10800000">
              <a:off x="766351" y="34631"/>
              <a:ext cx="2148299" cy="0"/>
            </a:xfrm>
            <a:prstGeom prst="straightConnector1">
              <a:avLst/>
            </a:prstGeom>
            <a:noFill/>
            <a:ln w="38100" cap="rnd" cmpd="sng">
              <a:solidFill>
                <a:srgbClr val="00F7FF"/>
              </a:solidFill>
              <a:prstDash val="solid"/>
              <a:round/>
              <a:headEnd type="none" w="sm" len="sm"/>
              <a:tailEnd type="none" w="sm" len="sm"/>
            </a:ln>
          </p:spPr>
        </p:cxnSp>
        <p:cxnSp>
          <p:nvCxnSpPr>
            <p:cNvPr id="417" name="Google Shape;417;p74"/>
            <p:cNvCxnSpPr/>
            <p:nvPr/>
          </p:nvCxnSpPr>
          <p:spPr>
            <a:xfrm flipH="1">
              <a:off x="44879" y="27296"/>
              <a:ext cx="737495" cy="644210"/>
            </a:xfrm>
            <a:prstGeom prst="straightConnector1">
              <a:avLst/>
            </a:prstGeom>
            <a:noFill/>
            <a:ln w="38100" cap="rnd" cmpd="sng">
              <a:solidFill>
                <a:srgbClr val="00F7FF"/>
              </a:solidFill>
              <a:prstDash val="solid"/>
              <a:round/>
              <a:headEnd type="none" w="sm" len="sm"/>
              <a:tailEnd type="none" w="sm" len="sm"/>
            </a:ln>
          </p:spPr>
        </p:cxnSp>
        <p:cxnSp>
          <p:nvCxnSpPr>
            <p:cNvPr id="418" name="Google Shape;418;p74"/>
            <p:cNvCxnSpPr/>
            <p:nvPr/>
          </p:nvCxnSpPr>
          <p:spPr>
            <a:xfrm rot="10800000">
              <a:off x="52214" y="654128"/>
              <a:ext cx="0" cy="936547"/>
            </a:xfrm>
            <a:prstGeom prst="straightConnector1">
              <a:avLst/>
            </a:prstGeom>
            <a:noFill/>
            <a:ln w="38100" cap="rnd" cmpd="sng">
              <a:solidFill>
                <a:srgbClr val="00F7FF"/>
              </a:solidFill>
              <a:prstDash val="solid"/>
              <a:round/>
              <a:headEnd type="none" w="sm" len="sm"/>
              <a:tailEnd type="none" w="sm" len="sm"/>
            </a:ln>
          </p:spPr>
        </p:cxnSp>
      </p:grpSp>
      <p:sp>
        <p:nvSpPr>
          <p:cNvPr id="419" name="Google Shape;419;p74"/>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0" name="Google Shape;420;p74"/>
          <p:cNvSpPr txBox="1">
            <a:spLocks noGrp="1"/>
          </p:cNvSpPr>
          <p:nvPr>
            <p:ph type="body" idx="1"/>
          </p:nvPr>
        </p:nvSpPr>
        <p:spPr>
          <a:xfrm>
            <a:off x="1470929" y="2095027"/>
            <a:ext cx="9941071" cy="884656"/>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rgbClr val="00F7FF"/>
              </a:buClr>
              <a:buSzPts val="4400"/>
              <a:buNone/>
              <a:defRPr sz="4400" b="1">
                <a:solidFill>
                  <a:srgbClr val="00F7FF"/>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1" name="Google Shape;421;p74"/>
          <p:cNvSpPr txBox="1">
            <a:spLocks noGrp="1"/>
          </p:cNvSpPr>
          <p:nvPr>
            <p:ph type="body" idx="2"/>
          </p:nvPr>
        </p:nvSpPr>
        <p:spPr>
          <a:xfrm>
            <a:off x="1470930" y="3169159"/>
            <a:ext cx="9941070" cy="695175"/>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2800"/>
              <a:buNone/>
              <a:defRPr sz="2800" b="1">
                <a:solidFill>
                  <a:schemeClr val="lt1"/>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2" name="Google Shape;422;p74"/>
          <p:cNvSpPr txBox="1">
            <a:spLocks noGrp="1"/>
          </p:cNvSpPr>
          <p:nvPr>
            <p:ph type="body" idx="3"/>
          </p:nvPr>
        </p:nvSpPr>
        <p:spPr>
          <a:xfrm>
            <a:off x="1470930" y="4137397"/>
            <a:ext cx="7147030" cy="916698"/>
          </a:xfrm>
          <a:prstGeom prst="rect">
            <a:avLst/>
          </a:prstGeom>
          <a:noFill/>
          <a:ln>
            <a:noFill/>
          </a:ln>
        </p:spPr>
        <p:txBody>
          <a:bodyPr spcFirstLastPara="1" wrap="square" lIns="91425" tIns="45700" rIns="91425" bIns="45700" anchor="t" anchorCtr="0">
            <a:normAutofit/>
          </a:bodyPr>
          <a:lstStyle>
            <a:lvl1pPr marL="457200" lvl="0" indent="-228600" algn="l">
              <a:lnSpc>
                <a:spcPct val="150000"/>
              </a:lnSpc>
              <a:spcBef>
                <a:spcPts val="1000"/>
              </a:spcBef>
              <a:spcAft>
                <a:spcPts val="0"/>
              </a:spcAft>
              <a:buClr>
                <a:srgbClr val="F2F2F2"/>
              </a:buClr>
              <a:buSzPts val="1000"/>
              <a:buNone/>
              <a:defRPr sz="1000">
                <a:solidFill>
                  <a:srgbClr val="F2F2F2"/>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3" name="Google Shape;423;p74"/>
          <p:cNvSpPr txBox="1">
            <a:spLocks noGrp="1"/>
          </p:cNvSpPr>
          <p:nvPr>
            <p:ph type="body" idx="4"/>
          </p:nvPr>
        </p:nvSpPr>
        <p:spPr>
          <a:xfrm>
            <a:off x="8896576" y="5231902"/>
            <a:ext cx="2521280" cy="1577819"/>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rgbClr val="00F7FF"/>
              </a:buClr>
              <a:buSzPts val="12000"/>
              <a:buNone/>
              <a:defRPr sz="12000" b="1">
                <a:solidFill>
                  <a:srgbClr val="00F7FF"/>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424" name="Google Shape;424;p74"/>
          <p:cNvCxnSpPr/>
          <p:nvPr/>
        </p:nvCxnSpPr>
        <p:spPr>
          <a:xfrm>
            <a:off x="1574156" y="2979683"/>
            <a:ext cx="3565003" cy="0"/>
          </a:xfrm>
          <a:prstGeom prst="straightConnector1">
            <a:avLst/>
          </a:prstGeom>
          <a:noFill/>
          <a:ln w="25400" cap="rnd" cmpd="sng">
            <a:solidFill>
              <a:srgbClr val="00F7FF"/>
            </a:solidFill>
            <a:prstDash val="solid"/>
            <a:round/>
            <a:headEnd type="none" w="sm" len="sm"/>
            <a:tailEnd type="none" w="sm" len="sm"/>
          </a:ln>
        </p:spPr>
      </p:cxnSp>
      <p:sp>
        <p:nvSpPr>
          <p:cNvPr id="425" name="Google Shape;425;p74"/>
          <p:cNvSpPr txBox="1">
            <a:spLocks noGrp="1"/>
          </p:cNvSpPr>
          <p:nvPr>
            <p:ph type="dt" idx="10"/>
          </p:nvPr>
        </p:nvSpPr>
        <p:spPr>
          <a:xfrm>
            <a:off x="6060300" y="6481647"/>
            <a:ext cx="2090098" cy="23982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6" name="Google Shape;426;p74"/>
          <p:cNvSpPr txBox="1">
            <a:spLocks noGrp="1"/>
          </p:cNvSpPr>
          <p:nvPr>
            <p:ph type="ftr" idx="11"/>
          </p:nvPr>
        </p:nvSpPr>
        <p:spPr>
          <a:xfrm>
            <a:off x="838200" y="6481647"/>
            <a:ext cx="4475922" cy="23982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427" name="Google Shape;427;p74"/>
          <p:cNvGrpSpPr/>
          <p:nvPr/>
        </p:nvGrpSpPr>
        <p:grpSpPr>
          <a:xfrm>
            <a:off x="16026" y="4629289"/>
            <a:ext cx="434350" cy="2228711"/>
            <a:chOff x="16026" y="4629289"/>
            <a:chExt cx="434350" cy="2228711"/>
          </a:xfrm>
        </p:grpSpPr>
        <p:sp>
          <p:nvSpPr>
            <p:cNvPr id="428" name="Google Shape;428;p74"/>
            <p:cNvSpPr/>
            <p:nvPr/>
          </p:nvSpPr>
          <p:spPr>
            <a:xfrm>
              <a:off x="16026" y="4629289"/>
              <a:ext cx="434350" cy="346950"/>
            </a:xfrm>
            <a:prstGeom prst="rect">
              <a:avLst/>
            </a:prstGeom>
            <a:gradFill>
              <a:gsLst>
                <a:gs pos="0">
                  <a:srgbClr val="00F7FF"/>
                </a:gs>
                <a:gs pos="100000">
                  <a:srgbClr val="00F7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9" name="Google Shape;429;p74"/>
            <p:cNvSpPr/>
            <p:nvPr/>
          </p:nvSpPr>
          <p:spPr>
            <a:xfrm>
              <a:off x="16026" y="5005641"/>
              <a:ext cx="434350" cy="346950"/>
            </a:xfrm>
            <a:prstGeom prst="rect">
              <a:avLst/>
            </a:prstGeom>
            <a:gradFill>
              <a:gsLst>
                <a:gs pos="0">
                  <a:srgbClr val="00F7FF"/>
                </a:gs>
                <a:gs pos="100000">
                  <a:srgbClr val="00F7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0" name="Google Shape;430;p74"/>
            <p:cNvSpPr/>
            <p:nvPr/>
          </p:nvSpPr>
          <p:spPr>
            <a:xfrm>
              <a:off x="16026" y="5381993"/>
              <a:ext cx="434350" cy="346950"/>
            </a:xfrm>
            <a:prstGeom prst="rect">
              <a:avLst/>
            </a:prstGeom>
            <a:gradFill>
              <a:gsLst>
                <a:gs pos="0">
                  <a:srgbClr val="00F7FF"/>
                </a:gs>
                <a:gs pos="100000">
                  <a:srgbClr val="00F7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1" name="Google Shape;431;p74"/>
            <p:cNvSpPr/>
            <p:nvPr/>
          </p:nvSpPr>
          <p:spPr>
            <a:xfrm>
              <a:off x="16026" y="5758345"/>
              <a:ext cx="434350" cy="346950"/>
            </a:xfrm>
            <a:prstGeom prst="rect">
              <a:avLst/>
            </a:prstGeom>
            <a:gradFill>
              <a:gsLst>
                <a:gs pos="0">
                  <a:srgbClr val="00F7FF"/>
                </a:gs>
                <a:gs pos="100000">
                  <a:srgbClr val="00F7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2" name="Google Shape;432;p74"/>
            <p:cNvSpPr/>
            <p:nvPr/>
          </p:nvSpPr>
          <p:spPr>
            <a:xfrm>
              <a:off x="16026" y="6134697"/>
              <a:ext cx="434350" cy="346950"/>
            </a:xfrm>
            <a:prstGeom prst="rect">
              <a:avLst/>
            </a:prstGeom>
            <a:gradFill>
              <a:gsLst>
                <a:gs pos="0">
                  <a:srgbClr val="00F7FF"/>
                </a:gs>
                <a:gs pos="100000">
                  <a:srgbClr val="00F7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3" name="Google Shape;433;p74"/>
            <p:cNvSpPr/>
            <p:nvPr/>
          </p:nvSpPr>
          <p:spPr>
            <a:xfrm>
              <a:off x="16026" y="6511050"/>
              <a:ext cx="434350" cy="346950"/>
            </a:xfrm>
            <a:prstGeom prst="rect">
              <a:avLst/>
            </a:prstGeom>
            <a:gradFill>
              <a:gsLst>
                <a:gs pos="0">
                  <a:srgbClr val="00F7FF"/>
                </a:gs>
                <a:gs pos="100000">
                  <a:srgbClr val="00F7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434" name="Google Shape;434;p74"/>
          <p:cNvSpPr/>
          <p:nvPr/>
        </p:nvSpPr>
        <p:spPr>
          <a:xfrm>
            <a:off x="95208" y="6583150"/>
            <a:ext cx="233916" cy="23391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435" name="Google Shape;435;p74"/>
          <p:cNvSpPr txBox="1">
            <a:spLocks noGrp="1"/>
          </p:cNvSpPr>
          <p:nvPr>
            <p:ph type="sldNum" idx="12"/>
          </p:nvPr>
        </p:nvSpPr>
        <p:spPr>
          <a:xfrm>
            <a:off x="65862" y="6542216"/>
            <a:ext cx="292608" cy="315784"/>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pic>
        <p:nvPicPr>
          <p:cNvPr id="436" name="Google Shape;436;p74" descr="Background pattern&#10;&#10;Description automatically generated"/>
          <p:cNvPicPr preferRelativeResize="0"/>
          <p:nvPr/>
        </p:nvPicPr>
        <p:blipFill rotWithShape="1">
          <a:blip r:embed="rId2">
            <a:alphaModFix/>
          </a:blip>
          <a:srcRect/>
          <a:stretch/>
        </p:blipFill>
        <p:spPr>
          <a:xfrm>
            <a:off x="-1" y="-1"/>
            <a:ext cx="12192001" cy="6854889"/>
          </a:xfrm>
          <a:prstGeom prst="rect">
            <a:avLst/>
          </a:prstGeom>
          <a:noFill/>
          <a:ln>
            <a:noFill/>
          </a:ln>
        </p:spPr>
      </p:pic>
      <p:sp>
        <p:nvSpPr>
          <p:cNvPr id="437" name="Google Shape;437;p74"/>
          <p:cNvSpPr/>
          <p:nvPr/>
        </p:nvSpPr>
        <p:spPr>
          <a:xfrm>
            <a:off x="0" y="0"/>
            <a:ext cx="12192000" cy="6858000"/>
          </a:xfrm>
          <a:prstGeom prst="rect">
            <a:avLst/>
          </a:prstGeom>
          <a:gradFill>
            <a:gsLst>
              <a:gs pos="0">
                <a:srgbClr val="0A4671">
                  <a:alpha val="74901"/>
                </a:srgbClr>
              </a:gs>
              <a:gs pos="100000">
                <a:srgbClr val="0A467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8" name="Google Shape;438;p74"/>
          <p:cNvSpPr/>
          <p:nvPr/>
        </p:nvSpPr>
        <p:spPr>
          <a:xfrm>
            <a:off x="16026" y="4629289"/>
            <a:ext cx="434350" cy="346950"/>
          </a:xfrm>
          <a:prstGeom prst="rect">
            <a:avLst/>
          </a:prstGeom>
          <a:solidFill>
            <a:srgbClr val="00F7FF"/>
          </a:solidFill>
          <a:ln w="12700" cap="flat" cmpd="sng">
            <a:solidFill>
              <a:srgbClr val="00F7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9" name="Google Shape;439;p74"/>
          <p:cNvSpPr/>
          <p:nvPr/>
        </p:nvSpPr>
        <p:spPr>
          <a:xfrm>
            <a:off x="16026" y="5005641"/>
            <a:ext cx="434350" cy="346950"/>
          </a:xfrm>
          <a:prstGeom prst="rect">
            <a:avLst/>
          </a:prstGeom>
          <a:solidFill>
            <a:srgbClr val="00F7FF"/>
          </a:solidFill>
          <a:ln w="12700" cap="flat" cmpd="sng">
            <a:solidFill>
              <a:srgbClr val="00F7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0" name="Google Shape;440;p74"/>
          <p:cNvSpPr/>
          <p:nvPr/>
        </p:nvSpPr>
        <p:spPr>
          <a:xfrm>
            <a:off x="16026" y="5381993"/>
            <a:ext cx="434350" cy="346950"/>
          </a:xfrm>
          <a:prstGeom prst="rect">
            <a:avLst/>
          </a:prstGeom>
          <a:solidFill>
            <a:srgbClr val="00F7FF"/>
          </a:solidFill>
          <a:ln w="12700" cap="flat" cmpd="sng">
            <a:solidFill>
              <a:srgbClr val="00F7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1" name="Google Shape;441;p74"/>
          <p:cNvSpPr/>
          <p:nvPr/>
        </p:nvSpPr>
        <p:spPr>
          <a:xfrm>
            <a:off x="16026" y="5758345"/>
            <a:ext cx="434350" cy="346950"/>
          </a:xfrm>
          <a:prstGeom prst="rect">
            <a:avLst/>
          </a:prstGeom>
          <a:noFill/>
          <a:ln w="12700" cap="flat" cmpd="sng">
            <a:solidFill>
              <a:srgbClr val="00F7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2" name="Google Shape;442;p74"/>
          <p:cNvSpPr/>
          <p:nvPr/>
        </p:nvSpPr>
        <p:spPr>
          <a:xfrm>
            <a:off x="16026" y="6134697"/>
            <a:ext cx="434350" cy="346950"/>
          </a:xfrm>
          <a:prstGeom prst="rect">
            <a:avLst/>
          </a:prstGeom>
          <a:noFill/>
          <a:ln w="12700" cap="flat" cmpd="sng">
            <a:solidFill>
              <a:srgbClr val="00F7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3" name="Google Shape;443;p74"/>
          <p:cNvSpPr/>
          <p:nvPr/>
        </p:nvSpPr>
        <p:spPr>
          <a:xfrm>
            <a:off x="16026" y="6511050"/>
            <a:ext cx="434350" cy="346950"/>
          </a:xfrm>
          <a:prstGeom prst="rect">
            <a:avLst/>
          </a:prstGeom>
          <a:noFill/>
          <a:ln w="12700" cap="flat" cmpd="sng">
            <a:solidFill>
              <a:srgbClr val="00F7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4" name="Google Shape;444;p74"/>
          <p:cNvSpPr/>
          <p:nvPr/>
        </p:nvSpPr>
        <p:spPr>
          <a:xfrm rot="10800000">
            <a:off x="0" y="0"/>
            <a:ext cx="715617" cy="616911"/>
          </a:xfrm>
          <a:prstGeom prst="triangle">
            <a:avLst>
              <a:gd name="adj" fmla="val 100000"/>
            </a:avLst>
          </a:prstGeom>
          <a:solidFill>
            <a:srgbClr val="00F7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445" name="Google Shape;445;p74"/>
          <p:cNvGrpSpPr/>
          <p:nvPr/>
        </p:nvGrpSpPr>
        <p:grpSpPr>
          <a:xfrm>
            <a:off x="58527" y="40944"/>
            <a:ext cx="2869771" cy="1563379"/>
            <a:chOff x="44879" y="27296"/>
            <a:chExt cx="2869771" cy="1563379"/>
          </a:xfrm>
        </p:grpSpPr>
        <p:cxnSp>
          <p:nvCxnSpPr>
            <p:cNvPr id="446" name="Google Shape;446;p74"/>
            <p:cNvCxnSpPr/>
            <p:nvPr/>
          </p:nvCxnSpPr>
          <p:spPr>
            <a:xfrm rot="10800000">
              <a:off x="766351" y="34631"/>
              <a:ext cx="2148299" cy="0"/>
            </a:xfrm>
            <a:prstGeom prst="straightConnector1">
              <a:avLst/>
            </a:prstGeom>
            <a:noFill/>
            <a:ln w="38100" cap="flat" cmpd="sng">
              <a:solidFill>
                <a:srgbClr val="00F7FF"/>
              </a:solidFill>
              <a:prstDash val="solid"/>
              <a:miter lim="800000"/>
              <a:headEnd type="none" w="sm" len="sm"/>
              <a:tailEnd type="none" w="sm" len="sm"/>
            </a:ln>
          </p:spPr>
        </p:cxnSp>
        <p:cxnSp>
          <p:nvCxnSpPr>
            <p:cNvPr id="447" name="Google Shape;447;p74"/>
            <p:cNvCxnSpPr/>
            <p:nvPr/>
          </p:nvCxnSpPr>
          <p:spPr>
            <a:xfrm flipH="1">
              <a:off x="44879" y="27296"/>
              <a:ext cx="737495" cy="644210"/>
            </a:xfrm>
            <a:prstGeom prst="straightConnector1">
              <a:avLst/>
            </a:prstGeom>
            <a:noFill/>
            <a:ln w="38100" cap="flat" cmpd="sng">
              <a:solidFill>
                <a:srgbClr val="00F7FF"/>
              </a:solidFill>
              <a:prstDash val="solid"/>
              <a:miter lim="800000"/>
              <a:headEnd type="none" w="sm" len="sm"/>
              <a:tailEnd type="none" w="sm" len="sm"/>
            </a:ln>
          </p:spPr>
        </p:cxnSp>
        <p:cxnSp>
          <p:nvCxnSpPr>
            <p:cNvPr id="448" name="Google Shape;448;p74"/>
            <p:cNvCxnSpPr/>
            <p:nvPr/>
          </p:nvCxnSpPr>
          <p:spPr>
            <a:xfrm rot="10800000">
              <a:off x="52214" y="654128"/>
              <a:ext cx="0" cy="936547"/>
            </a:xfrm>
            <a:prstGeom prst="straightConnector1">
              <a:avLst/>
            </a:prstGeom>
            <a:noFill/>
            <a:ln w="38100" cap="flat" cmpd="sng">
              <a:solidFill>
                <a:srgbClr val="00F7FF"/>
              </a:solidFill>
              <a:prstDash val="solid"/>
              <a:miter lim="800000"/>
              <a:headEnd type="none" w="sm" len="sm"/>
              <a:tailEnd type="none" w="sm" len="sm"/>
            </a:ln>
          </p:spPr>
        </p:cxnSp>
      </p:grpSp>
      <p:sp>
        <p:nvSpPr>
          <p:cNvPr id="449" name="Google Shape;449;p74"/>
          <p:cNvSpPr/>
          <p:nvPr/>
        </p:nvSpPr>
        <p:spPr>
          <a:xfrm>
            <a:off x="11476383" y="6241089"/>
            <a:ext cx="715617" cy="616911"/>
          </a:xfrm>
          <a:prstGeom prst="triangle">
            <a:avLst>
              <a:gd name="adj" fmla="val 100000"/>
            </a:avLst>
          </a:prstGeom>
          <a:solidFill>
            <a:srgbClr val="00F7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450" name="Google Shape;450;p74"/>
          <p:cNvGrpSpPr/>
          <p:nvPr/>
        </p:nvGrpSpPr>
        <p:grpSpPr>
          <a:xfrm rot="10800000">
            <a:off x="9263702" y="5253677"/>
            <a:ext cx="2869771" cy="1563379"/>
            <a:chOff x="44879" y="27296"/>
            <a:chExt cx="2869771" cy="1563379"/>
          </a:xfrm>
        </p:grpSpPr>
        <p:cxnSp>
          <p:nvCxnSpPr>
            <p:cNvPr id="451" name="Google Shape;451;p74"/>
            <p:cNvCxnSpPr/>
            <p:nvPr/>
          </p:nvCxnSpPr>
          <p:spPr>
            <a:xfrm rot="10800000">
              <a:off x="766351" y="34631"/>
              <a:ext cx="2148299" cy="0"/>
            </a:xfrm>
            <a:prstGeom prst="straightConnector1">
              <a:avLst/>
            </a:prstGeom>
            <a:noFill/>
            <a:ln w="38100" cap="rnd" cmpd="sng">
              <a:solidFill>
                <a:srgbClr val="00F7FF"/>
              </a:solidFill>
              <a:prstDash val="solid"/>
              <a:round/>
              <a:headEnd type="none" w="sm" len="sm"/>
              <a:tailEnd type="none" w="sm" len="sm"/>
            </a:ln>
          </p:spPr>
        </p:cxnSp>
        <p:cxnSp>
          <p:nvCxnSpPr>
            <p:cNvPr id="452" name="Google Shape;452;p74"/>
            <p:cNvCxnSpPr/>
            <p:nvPr/>
          </p:nvCxnSpPr>
          <p:spPr>
            <a:xfrm flipH="1">
              <a:off x="44879" y="27296"/>
              <a:ext cx="737495" cy="644210"/>
            </a:xfrm>
            <a:prstGeom prst="straightConnector1">
              <a:avLst/>
            </a:prstGeom>
            <a:noFill/>
            <a:ln w="38100" cap="rnd" cmpd="sng">
              <a:solidFill>
                <a:srgbClr val="00F7FF"/>
              </a:solidFill>
              <a:prstDash val="solid"/>
              <a:round/>
              <a:headEnd type="none" w="sm" len="sm"/>
              <a:tailEnd type="none" w="sm" len="sm"/>
            </a:ln>
          </p:spPr>
        </p:cxnSp>
        <p:cxnSp>
          <p:nvCxnSpPr>
            <p:cNvPr id="453" name="Google Shape;453;p74"/>
            <p:cNvCxnSpPr/>
            <p:nvPr/>
          </p:nvCxnSpPr>
          <p:spPr>
            <a:xfrm rot="10800000">
              <a:off x="52214" y="654128"/>
              <a:ext cx="0" cy="936547"/>
            </a:xfrm>
            <a:prstGeom prst="straightConnector1">
              <a:avLst/>
            </a:prstGeom>
            <a:noFill/>
            <a:ln w="38100" cap="rnd" cmpd="sng">
              <a:solidFill>
                <a:srgbClr val="00F7FF"/>
              </a:solidFill>
              <a:prstDash val="solid"/>
              <a:round/>
              <a:headEnd type="none" w="sm" len="sm"/>
              <a:tailEnd type="none" w="sm" len="sm"/>
            </a:ln>
          </p:spPr>
        </p:cxnSp>
      </p:grpSp>
      <p:sp>
        <p:nvSpPr>
          <p:cNvPr id="454" name="Google Shape;454;p74"/>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5" name="Google Shape;455;p74"/>
          <p:cNvSpPr txBox="1">
            <a:spLocks noGrp="1"/>
          </p:cNvSpPr>
          <p:nvPr>
            <p:ph type="sldNum" idx="5"/>
          </p:nvPr>
        </p:nvSpPr>
        <p:spPr>
          <a:xfrm>
            <a:off x="11899392" y="6542216"/>
            <a:ext cx="292608" cy="315784"/>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456" name="Google Shape;456;p74"/>
          <p:cNvSpPr txBox="1">
            <a:spLocks noGrp="1"/>
          </p:cNvSpPr>
          <p:nvPr>
            <p:ph type="body" idx="6"/>
          </p:nvPr>
        </p:nvSpPr>
        <p:spPr>
          <a:xfrm>
            <a:off x="1470930" y="2095027"/>
            <a:ext cx="6264164" cy="884656"/>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rgbClr val="00F7FF"/>
              </a:buClr>
              <a:buSzPts val="4400"/>
              <a:buNone/>
              <a:defRPr sz="4400" b="1">
                <a:solidFill>
                  <a:srgbClr val="00F7FF"/>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7" name="Google Shape;457;p74"/>
          <p:cNvSpPr txBox="1">
            <a:spLocks noGrp="1"/>
          </p:cNvSpPr>
          <p:nvPr>
            <p:ph type="body" idx="7"/>
          </p:nvPr>
        </p:nvSpPr>
        <p:spPr>
          <a:xfrm>
            <a:off x="1470930" y="3169159"/>
            <a:ext cx="8913813" cy="695175"/>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2800"/>
              <a:buNone/>
              <a:defRPr sz="2800" b="1">
                <a:solidFill>
                  <a:schemeClr val="lt1"/>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8" name="Google Shape;458;p74"/>
          <p:cNvSpPr txBox="1">
            <a:spLocks noGrp="1"/>
          </p:cNvSpPr>
          <p:nvPr>
            <p:ph type="body" idx="8"/>
          </p:nvPr>
        </p:nvSpPr>
        <p:spPr>
          <a:xfrm>
            <a:off x="1470930" y="4137397"/>
            <a:ext cx="7147030" cy="916698"/>
          </a:xfrm>
          <a:prstGeom prst="rect">
            <a:avLst/>
          </a:prstGeom>
          <a:noFill/>
          <a:ln>
            <a:noFill/>
          </a:ln>
        </p:spPr>
        <p:txBody>
          <a:bodyPr spcFirstLastPara="1" wrap="square" lIns="91425" tIns="45700" rIns="91425" bIns="45700" anchor="ctr" anchorCtr="0">
            <a:normAutofit/>
          </a:bodyPr>
          <a:lstStyle>
            <a:lvl1pPr marL="457200" lvl="0" indent="-228600" algn="l">
              <a:lnSpc>
                <a:spcPct val="150000"/>
              </a:lnSpc>
              <a:spcBef>
                <a:spcPts val="1000"/>
              </a:spcBef>
              <a:spcAft>
                <a:spcPts val="0"/>
              </a:spcAft>
              <a:buClr>
                <a:srgbClr val="F2F2F2"/>
              </a:buClr>
              <a:buSzPts val="1000"/>
              <a:buNone/>
              <a:defRPr sz="1000">
                <a:solidFill>
                  <a:srgbClr val="F2F2F2"/>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459" name="Google Shape;459;p74"/>
          <p:cNvCxnSpPr/>
          <p:nvPr/>
        </p:nvCxnSpPr>
        <p:spPr>
          <a:xfrm>
            <a:off x="1574156" y="2979683"/>
            <a:ext cx="3565003" cy="0"/>
          </a:xfrm>
          <a:prstGeom prst="straightConnector1">
            <a:avLst/>
          </a:prstGeom>
          <a:noFill/>
          <a:ln w="25400" cap="rnd" cmpd="sng">
            <a:solidFill>
              <a:srgbClr val="00F7FF"/>
            </a:solidFill>
            <a:prstDash val="solid"/>
            <a:round/>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o sanh 1">
  <p:cSld name="So sanh 1">
    <p:spTree>
      <p:nvGrpSpPr>
        <p:cNvPr id="1" name="Shape 460"/>
        <p:cNvGrpSpPr/>
        <p:nvPr/>
      </p:nvGrpSpPr>
      <p:grpSpPr>
        <a:xfrm>
          <a:off x="0" y="0"/>
          <a:ext cx="0" cy="0"/>
          <a:chOff x="0" y="0"/>
          <a:chExt cx="0" cy="0"/>
        </a:xfrm>
      </p:grpSpPr>
      <p:sp>
        <p:nvSpPr>
          <p:cNvPr id="461" name="Google Shape;461;p75"/>
          <p:cNvSpPr/>
          <p:nvPr/>
        </p:nvSpPr>
        <p:spPr>
          <a:xfrm rot="10800000">
            <a:off x="-2" y="0"/>
            <a:ext cx="12192000" cy="6858000"/>
          </a:xfrm>
          <a:custGeom>
            <a:avLst/>
            <a:gdLst/>
            <a:ahLst/>
            <a:cxnLst/>
            <a:rect l="l" t="t" r="r" b="b"/>
            <a:pathLst>
              <a:path w="12192000" h="6858000" extrusionOk="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2" name="Google Shape;462;p75"/>
          <p:cNvSpPr/>
          <p:nvPr/>
        </p:nvSpPr>
        <p:spPr>
          <a:xfrm rot="10800000">
            <a:off x="0" y="0"/>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463" name="Google Shape;463;p75"/>
          <p:cNvGrpSpPr/>
          <p:nvPr/>
        </p:nvGrpSpPr>
        <p:grpSpPr>
          <a:xfrm>
            <a:off x="58527" y="54292"/>
            <a:ext cx="2869771" cy="1563379"/>
            <a:chOff x="44879" y="27296"/>
            <a:chExt cx="2869771" cy="1563379"/>
          </a:xfrm>
        </p:grpSpPr>
        <p:cxnSp>
          <p:nvCxnSpPr>
            <p:cNvPr id="464" name="Google Shape;464;p75"/>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465" name="Google Shape;465;p75"/>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466" name="Google Shape;466;p75"/>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467" name="Google Shape;467;p75"/>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8" name="Google Shape;468;p75"/>
          <p:cNvSpPr txBox="1">
            <a:spLocks noGrp="1"/>
          </p:cNvSpPr>
          <p:nvPr>
            <p:ph type="body" idx="1"/>
          </p:nvPr>
        </p:nvSpPr>
        <p:spPr>
          <a:xfrm>
            <a:off x="774144" y="1233825"/>
            <a:ext cx="5202000" cy="4943139"/>
          </a:xfrm>
          <a:prstGeom prst="rect">
            <a:avLst/>
          </a:prstGeom>
          <a:noFill/>
          <a:ln>
            <a:noFill/>
          </a:ln>
        </p:spPr>
        <p:txBody>
          <a:bodyPr spcFirstLastPara="1" wrap="square" lIns="91425" tIns="45700" rIns="91425" bIns="45700" anchor="t" anchorCtr="0">
            <a:normAutofit/>
          </a:bodyPr>
          <a:lstStyle>
            <a:lvl1pPr marL="457200" lvl="0" indent="-406400" algn="just">
              <a:lnSpc>
                <a:spcPct val="130000"/>
              </a:lnSpc>
              <a:spcBef>
                <a:spcPts val="300"/>
              </a:spcBef>
              <a:spcAft>
                <a:spcPts val="0"/>
              </a:spcAft>
              <a:buClr>
                <a:schemeClr val="dk1"/>
              </a:buClr>
              <a:buSzPts val="2800"/>
              <a:buChar char="•"/>
              <a:defRPr>
                <a:latin typeface="Arial"/>
                <a:ea typeface="Arial"/>
                <a:cs typeface="Arial"/>
                <a:sym typeface="Arial"/>
              </a:defRPr>
            </a:lvl1pPr>
            <a:lvl2pPr marL="914400" lvl="1" indent="-381000" algn="just">
              <a:lnSpc>
                <a:spcPct val="130000"/>
              </a:lnSpc>
              <a:spcBef>
                <a:spcPts val="300"/>
              </a:spcBef>
              <a:spcAft>
                <a:spcPts val="0"/>
              </a:spcAft>
              <a:buClr>
                <a:schemeClr val="dk1"/>
              </a:buClr>
              <a:buSzPts val="2400"/>
              <a:buChar char="•"/>
              <a:defRPr>
                <a:latin typeface="Arial"/>
                <a:ea typeface="Arial"/>
                <a:cs typeface="Arial"/>
                <a:sym typeface="Arial"/>
              </a:defRPr>
            </a:lvl2pPr>
            <a:lvl3pPr marL="1371600" lvl="2" indent="-355600" algn="just">
              <a:lnSpc>
                <a:spcPct val="130000"/>
              </a:lnSpc>
              <a:spcBef>
                <a:spcPts val="300"/>
              </a:spcBef>
              <a:spcAft>
                <a:spcPts val="0"/>
              </a:spcAft>
              <a:buClr>
                <a:schemeClr val="dk1"/>
              </a:buClr>
              <a:buSzPts val="2000"/>
              <a:buChar char="•"/>
              <a:defRPr>
                <a:latin typeface="Arial"/>
                <a:ea typeface="Arial"/>
                <a:cs typeface="Arial"/>
                <a:sym typeface="Arial"/>
              </a:defRPr>
            </a:lvl3pPr>
            <a:lvl4pPr marL="1828800" lvl="3" indent="-342900" algn="just">
              <a:lnSpc>
                <a:spcPct val="130000"/>
              </a:lnSpc>
              <a:spcBef>
                <a:spcPts val="300"/>
              </a:spcBef>
              <a:spcAft>
                <a:spcPts val="0"/>
              </a:spcAft>
              <a:buClr>
                <a:schemeClr val="dk1"/>
              </a:buClr>
              <a:buSzPts val="1800"/>
              <a:buChar char="•"/>
              <a:defRPr>
                <a:latin typeface="Arial"/>
                <a:ea typeface="Arial"/>
                <a:cs typeface="Arial"/>
                <a:sym typeface="Arial"/>
              </a:defRPr>
            </a:lvl4pPr>
            <a:lvl5pPr marL="2286000" lvl="4" indent="-342900" algn="just">
              <a:lnSpc>
                <a:spcPct val="130000"/>
              </a:lnSpc>
              <a:spcBef>
                <a:spcPts val="3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9" name="Google Shape;469;p75"/>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470" name="Google Shape;470;p75"/>
          <p:cNvGrpSpPr/>
          <p:nvPr/>
        </p:nvGrpSpPr>
        <p:grpSpPr>
          <a:xfrm>
            <a:off x="16026" y="4629289"/>
            <a:ext cx="434350" cy="2228711"/>
            <a:chOff x="16026" y="4629289"/>
            <a:chExt cx="434350" cy="2228711"/>
          </a:xfrm>
        </p:grpSpPr>
        <p:sp>
          <p:nvSpPr>
            <p:cNvPr id="471" name="Google Shape;471;p75"/>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2" name="Google Shape;472;p75"/>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3" name="Google Shape;473;p75"/>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4" name="Google Shape;474;p75"/>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5" name="Google Shape;475;p75"/>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6" name="Google Shape;476;p75"/>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477" name="Google Shape;477;p75"/>
          <p:cNvSpPr txBox="1">
            <a:spLocks noGrp="1"/>
          </p:cNvSpPr>
          <p:nvPr>
            <p:ph type="dt" idx="10"/>
          </p:nvPr>
        </p:nvSpPr>
        <p:spPr>
          <a:xfrm>
            <a:off x="6447446" y="6475620"/>
            <a:ext cx="2090098" cy="26311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8" name="Google Shape;478;p75"/>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9" name="Google Shape;479;p75"/>
          <p:cNvSpPr/>
          <p:nvPr/>
        </p:nvSpPr>
        <p:spPr>
          <a:xfrm>
            <a:off x="92963" y="6542941"/>
            <a:ext cx="280476" cy="28047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480" name="Google Shape;480;p75"/>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grpSp>
        <p:nvGrpSpPr>
          <p:cNvPr id="481" name="Google Shape;481;p75"/>
          <p:cNvGrpSpPr/>
          <p:nvPr/>
        </p:nvGrpSpPr>
        <p:grpSpPr>
          <a:xfrm rot="10800000">
            <a:off x="9265363" y="5246044"/>
            <a:ext cx="2869771" cy="1563379"/>
            <a:chOff x="44879" y="27296"/>
            <a:chExt cx="2869771" cy="1563379"/>
          </a:xfrm>
        </p:grpSpPr>
        <p:cxnSp>
          <p:nvCxnSpPr>
            <p:cNvPr id="482" name="Google Shape;482;p75"/>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483" name="Google Shape;483;p75"/>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484" name="Google Shape;484;p75"/>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485" name="Google Shape;485;p75"/>
          <p:cNvSpPr txBox="1">
            <a:spLocks noGrp="1"/>
          </p:cNvSpPr>
          <p:nvPr>
            <p:ph type="body" idx="2"/>
          </p:nvPr>
        </p:nvSpPr>
        <p:spPr>
          <a:xfrm>
            <a:off x="6151800" y="1228490"/>
            <a:ext cx="5202000" cy="4943139"/>
          </a:xfrm>
          <a:prstGeom prst="rect">
            <a:avLst/>
          </a:prstGeom>
          <a:noFill/>
          <a:ln>
            <a:noFill/>
          </a:ln>
        </p:spPr>
        <p:txBody>
          <a:bodyPr spcFirstLastPara="1" wrap="square" lIns="91425" tIns="45700" rIns="91425" bIns="45700" anchor="t" anchorCtr="0">
            <a:normAutofit/>
          </a:bodyPr>
          <a:lstStyle>
            <a:lvl1pPr marL="457200" lvl="0" indent="-406400" algn="just">
              <a:lnSpc>
                <a:spcPct val="130000"/>
              </a:lnSpc>
              <a:spcBef>
                <a:spcPts val="300"/>
              </a:spcBef>
              <a:spcAft>
                <a:spcPts val="0"/>
              </a:spcAft>
              <a:buClr>
                <a:schemeClr val="dk1"/>
              </a:buClr>
              <a:buSzPts val="2800"/>
              <a:buChar char="•"/>
              <a:defRPr>
                <a:latin typeface="Arial"/>
                <a:ea typeface="Arial"/>
                <a:cs typeface="Arial"/>
                <a:sym typeface="Arial"/>
              </a:defRPr>
            </a:lvl1pPr>
            <a:lvl2pPr marL="914400" lvl="1" indent="-381000" algn="just">
              <a:lnSpc>
                <a:spcPct val="130000"/>
              </a:lnSpc>
              <a:spcBef>
                <a:spcPts val="300"/>
              </a:spcBef>
              <a:spcAft>
                <a:spcPts val="0"/>
              </a:spcAft>
              <a:buClr>
                <a:schemeClr val="dk1"/>
              </a:buClr>
              <a:buSzPts val="2400"/>
              <a:buChar char="•"/>
              <a:defRPr>
                <a:latin typeface="Arial"/>
                <a:ea typeface="Arial"/>
                <a:cs typeface="Arial"/>
                <a:sym typeface="Arial"/>
              </a:defRPr>
            </a:lvl2pPr>
            <a:lvl3pPr marL="1371600" lvl="2" indent="-355600" algn="just">
              <a:lnSpc>
                <a:spcPct val="130000"/>
              </a:lnSpc>
              <a:spcBef>
                <a:spcPts val="300"/>
              </a:spcBef>
              <a:spcAft>
                <a:spcPts val="0"/>
              </a:spcAft>
              <a:buClr>
                <a:schemeClr val="dk1"/>
              </a:buClr>
              <a:buSzPts val="2000"/>
              <a:buChar char="•"/>
              <a:defRPr>
                <a:latin typeface="Arial"/>
                <a:ea typeface="Arial"/>
                <a:cs typeface="Arial"/>
                <a:sym typeface="Arial"/>
              </a:defRPr>
            </a:lvl3pPr>
            <a:lvl4pPr marL="1828800" lvl="3" indent="-342900" algn="just">
              <a:lnSpc>
                <a:spcPct val="130000"/>
              </a:lnSpc>
              <a:spcBef>
                <a:spcPts val="300"/>
              </a:spcBef>
              <a:spcAft>
                <a:spcPts val="0"/>
              </a:spcAft>
              <a:buClr>
                <a:schemeClr val="dk1"/>
              </a:buClr>
              <a:buSzPts val="1800"/>
              <a:buChar char="•"/>
              <a:defRPr>
                <a:latin typeface="Arial"/>
                <a:ea typeface="Arial"/>
                <a:cs typeface="Arial"/>
                <a:sym typeface="Arial"/>
              </a:defRPr>
            </a:lvl4pPr>
            <a:lvl5pPr marL="2286000" lvl="4" indent="-342900" algn="just">
              <a:lnSpc>
                <a:spcPct val="130000"/>
              </a:lnSpc>
              <a:spcBef>
                <a:spcPts val="3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6" name="Google Shape;486;p75"/>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a:bodyPr>
          <a:lstStyle>
            <a:lvl1pPr lvl="0" algn="l">
              <a:lnSpc>
                <a:spcPct val="120000"/>
              </a:lnSpc>
              <a:spcBef>
                <a:spcPts val="200"/>
              </a:spcBef>
              <a:spcAft>
                <a:spcPts val="0"/>
              </a:spcAft>
              <a:buClr>
                <a:srgbClr val="0072FF"/>
              </a:buClr>
              <a:buSzPts val="4400"/>
              <a:buFont typeface="Times New Roman"/>
              <a:buNone/>
              <a:defRPr sz="44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Noi dung 2">
  <p:cSld name="Noi dung 2">
    <p:spTree>
      <p:nvGrpSpPr>
        <p:cNvPr id="1" name="Shape 487"/>
        <p:cNvGrpSpPr/>
        <p:nvPr/>
      </p:nvGrpSpPr>
      <p:grpSpPr>
        <a:xfrm>
          <a:off x="0" y="0"/>
          <a:ext cx="0" cy="0"/>
          <a:chOff x="0" y="0"/>
          <a:chExt cx="0" cy="0"/>
        </a:xfrm>
      </p:grpSpPr>
      <p:sp>
        <p:nvSpPr>
          <p:cNvPr id="488" name="Google Shape;488;p76"/>
          <p:cNvSpPr/>
          <p:nvPr/>
        </p:nvSpPr>
        <p:spPr>
          <a:xfrm rot="10800000">
            <a:off x="-2" y="0"/>
            <a:ext cx="12192000" cy="6858000"/>
          </a:xfrm>
          <a:custGeom>
            <a:avLst/>
            <a:gdLst/>
            <a:ahLst/>
            <a:cxnLst/>
            <a:rect l="l" t="t" r="r" b="b"/>
            <a:pathLst>
              <a:path w="12192000" h="6858000" extrusionOk="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9" name="Google Shape;489;p76"/>
          <p:cNvSpPr/>
          <p:nvPr/>
        </p:nvSpPr>
        <p:spPr>
          <a:xfrm rot="10800000">
            <a:off x="0" y="0"/>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490" name="Google Shape;490;p76"/>
          <p:cNvGrpSpPr/>
          <p:nvPr/>
        </p:nvGrpSpPr>
        <p:grpSpPr>
          <a:xfrm>
            <a:off x="58527" y="54292"/>
            <a:ext cx="2869771" cy="1563379"/>
            <a:chOff x="44879" y="27296"/>
            <a:chExt cx="2869771" cy="1563379"/>
          </a:xfrm>
        </p:grpSpPr>
        <p:cxnSp>
          <p:nvCxnSpPr>
            <p:cNvPr id="491" name="Google Shape;491;p76"/>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492" name="Google Shape;492;p76"/>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493" name="Google Shape;493;p76"/>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494" name="Google Shape;494;p76"/>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5" name="Google Shape;495;p76"/>
          <p:cNvSpPr txBox="1">
            <a:spLocks noGrp="1"/>
          </p:cNvSpPr>
          <p:nvPr>
            <p:ph type="title"/>
          </p:nvPr>
        </p:nvSpPr>
        <p:spPr>
          <a:xfrm>
            <a:off x="774146" y="202009"/>
            <a:ext cx="3932227" cy="1698043"/>
          </a:xfrm>
          <a:prstGeom prst="rect">
            <a:avLst/>
          </a:prstGeom>
          <a:noFill/>
          <a:ln>
            <a:noFill/>
          </a:ln>
        </p:spPr>
        <p:txBody>
          <a:bodyPr spcFirstLastPara="1" wrap="square" lIns="91425" tIns="45700" rIns="91425" bIns="45700" anchor="ctr" anchorCtr="0">
            <a:noAutofit/>
          </a:bodyPr>
          <a:lstStyle>
            <a:lvl1pPr lvl="0" algn="l">
              <a:lnSpc>
                <a:spcPct val="120000"/>
              </a:lnSpc>
              <a:spcBef>
                <a:spcPts val="200"/>
              </a:spcBef>
              <a:spcAft>
                <a:spcPts val="0"/>
              </a:spcAft>
              <a:buClr>
                <a:srgbClr val="0072FF"/>
              </a:buClr>
              <a:buSzPts val="4000"/>
              <a:buFont typeface="Times New Roman"/>
              <a:buNone/>
              <a:defRPr sz="40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6" name="Google Shape;496;p76"/>
          <p:cNvSpPr txBox="1">
            <a:spLocks noGrp="1"/>
          </p:cNvSpPr>
          <p:nvPr>
            <p:ph type="body" idx="1"/>
          </p:nvPr>
        </p:nvSpPr>
        <p:spPr>
          <a:xfrm>
            <a:off x="774144" y="2113808"/>
            <a:ext cx="3932227" cy="4063156"/>
          </a:xfrm>
          <a:prstGeom prst="rect">
            <a:avLst/>
          </a:prstGeom>
          <a:noFill/>
          <a:ln>
            <a:noFill/>
          </a:ln>
        </p:spPr>
        <p:txBody>
          <a:bodyPr spcFirstLastPara="1" wrap="square" lIns="91425" tIns="45700" rIns="91425" bIns="45700" anchor="t" anchorCtr="0">
            <a:normAutofit/>
          </a:bodyPr>
          <a:lstStyle>
            <a:lvl1pPr marL="457200" lvl="0" indent="-406400" algn="just">
              <a:lnSpc>
                <a:spcPct val="130000"/>
              </a:lnSpc>
              <a:spcBef>
                <a:spcPts val="300"/>
              </a:spcBef>
              <a:spcAft>
                <a:spcPts val="0"/>
              </a:spcAft>
              <a:buClr>
                <a:schemeClr val="dk1"/>
              </a:buClr>
              <a:buSzPts val="2800"/>
              <a:buChar char="•"/>
              <a:defRPr>
                <a:latin typeface="Arial"/>
                <a:ea typeface="Arial"/>
                <a:cs typeface="Arial"/>
                <a:sym typeface="Arial"/>
              </a:defRPr>
            </a:lvl1pPr>
            <a:lvl2pPr marL="914400" lvl="1" indent="-381000" algn="just">
              <a:lnSpc>
                <a:spcPct val="130000"/>
              </a:lnSpc>
              <a:spcBef>
                <a:spcPts val="300"/>
              </a:spcBef>
              <a:spcAft>
                <a:spcPts val="0"/>
              </a:spcAft>
              <a:buClr>
                <a:schemeClr val="dk1"/>
              </a:buClr>
              <a:buSzPts val="2400"/>
              <a:buChar char="•"/>
              <a:defRPr>
                <a:latin typeface="Arial"/>
                <a:ea typeface="Arial"/>
                <a:cs typeface="Arial"/>
                <a:sym typeface="Arial"/>
              </a:defRPr>
            </a:lvl2pPr>
            <a:lvl3pPr marL="1371600" lvl="2" indent="-355600" algn="just">
              <a:lnSpc>
                <a:spcPct val="130000"/>
              </a:lnSpc>
              <a:spcBef>
                <a:spcPts val="300"/>
              </a:spcBef>
              <a:spcAft>
                <a:spcPts val="0"/>
              </a:spcAft>
              <a:buClr>
                <a:schemeClr val="dk1"/>
              </a:buClr>
              <a:buSzPts val="2000"/>
              <a:buChar char="•"/>
              <a:defRPr>
                <a:latin typeface="Arial"/>
                <a:ea typeface="Arial"/>
                <a:cs typeface="Arial"/>
                <a:sym typeface="Arial"/>
              </a:defRPr>
            </a:lvl3pPr>
            <a:lvl4pPr marL="1828800" lvl="3" indent="-342900" algn="just">
              <a:lnSpc>
                <a:spcPct val="130000"/>
              </a:lnSpc>
              <a:spcBef>
                <a:spcPts val="300"/>
              </a:spcBef>
              <a:spcAft>
                <a:spcPts val="0"/>
              </a:spcAft>
              <a:buClr>
                <a:schemeClr val="dk1"/>
              </a:buClr>
              <a:buSzPts val="1800"/>
              <a:buChar char="•"/>
              <a:defRPr>
                <a:latin typeface="Arial"/>
                <a:ea typeface="Arial"/>
                <a:cs typeface="Arial"/>
                <a:sym typeface="Arial"/>
              </a:defRPr>
            </a:lvl4pPr>
            <a:lvl5pPr marL="2286000" lvl="4" indent="-342900" algn="just">
              <a:lnSpc>
                <a:spcPct val="130000"/>
              </a:lnSpc>
              <a:spcBef>
                <a:spcPts val="3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7" name="Google Shape;497;p76"/>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498" name="Google Shape;498;p76"/>
          <p:cNvGrpSpPr/>
          <p:nvPr/>
        </p:nvGrpSpPr>
        <p:grpSpPr>
          <a:xfrm>
            <a:off x="16026" y="4629289"/>
            <a:ext cx="434350" cy="2228711"/>
            <a:chOff x="16026" y="4629289"/>
            <a:chExt cx="434350" cy="2228711"/>
          </a:xfrm>
        </p:grpSpPr>
        <p:sp>
          <p:nvSpPr>
            <p:cNvPr id="499" name="Google Shape;499;p76"/>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0" name="Google Shape;500;p76"/>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1" name="Google Shape;501;p76"/>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2" name="Google Shape;502;p76"/>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3" name="Google Shape;503;p76"/>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4" name="Google Shape;504;p76"/>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505" name="Google Shape;505;p76"/>
          <p:cNvSpPr txBox="1">
            <a:spLocks noGrp="1"/>
          </p:cNvSpPr>
          <p:nvPr>
            <p:ph type="dt" idx="10"/>
          </p:nvPr>
        </p:nvSpPr>
        <p:spPr>
          <a:xfrm>
            <a:off x="6447446" y="6475620"/>
            <a:ext cx="2090098" cy="26311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6" name="Google Shape;506;p76"/>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7" name="Google Shape;507;p76"/>
          <p:cNvSpPr/>
          <p:nvPr/>
        </p:nvSpPr>
        <p:spPr>
          <a:xfrm>
            <a:off x="92963" y="6542941"/>
            <a:ext cx="280476" cy="28047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508" name="Google Shape;508;p76"/>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grpSp>
        <p:nvGrpSpPr>
          <p:cNvPr id="509" name="Google Shape;509;p76"/>
          <p:cNvGrpSpPr/>
          <p:nvPr/>
        </p:nvGrpSpPr>
        <p:grpSpPr>
          <a:xfrm rot="10800000">
            <a:off x="9265363" y="5246044"/>
            <a:ext cx="2869771" cy="1563379"/>
            <a:chOff x="44879" y="27296"/>
            <a:chExt cx="2869771" cy="1563379"/>
          </a:xfrm>
        </p:grpSpPr>
        <p:cxnSp>
          <p:nvCxnSpPr>
            <p:cNvPr id="510" name="Google Shape;510;p76"/>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511" name="Google Shape;511;p76"/>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512" name="Google Shape;512;p76"/>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513" name="Google Shape;513;p76"/>
          <p:cNvSpPr txBox="1">
            <a:spLocks noGrp="1"/>
          </p:cNvSpPr>
          <p:nvPr>
            <p:ph type="body" idx="2"/>
          </p:nvPr>
        </p:nvSpPr>
        <p:spPr>
          <a:xfrm>
            <a:off x="5085934" y="202009"/>
            <a:ext cx="6267866" cy="5969620"/>
          </a:xfrm>
          <a:prstGeom prst="rect">
            <a:avLst/>
          </a:prstGeom>
          <a:noFill/>
          <a:ln>
            <a:noFill/>
          </a:ln>
        </p:spPr>
        <p:txBody>
          <a:bodyPr spcFirstLastPara="1" wrap="square" lIns="91425" tIns="45700" rIns="91425" bIns="45700" anchor="t" anchorCtr="0">
            <a:normAutofit/>
          </a:bodyPr>
          <a:lstStyle>
            <a:lvl1pPr marL="457200" lvl="0" indent="-406400" algn="just">
              <a:lnSpc>
                <a:spcPct val="130000"/>
              </a:lnSpc>
              <a:spcBef>
                <a:spcPts val="300"/>
              </a:spcBef>
              <a:spcAft>
                <a:spcPts val="0"/>
              </a:spcAft>
              <a:buClr>
                <a:schemeClr val="dk1"/>
              </a:buClr>
              <a:buSzPts val="2800"/>
              <a:buChar char="•"/>
              <a:defRPr>
                <a:latin typeface="Arial"/>
                <a:ea typeface="Arial"/>
                <a:cs typeface="Arial"/>
                <a:sym typeface="Arial"/>
              </a:defRPr>
            </a:lvl1pPr>
            <a:lvl2pPr marL="914400" lvl="1" indent="-381000" algn="just">
              <a:lnSpc>
                <a:spcPct val="130000"/>
              </a:lnSpc>
              <a:spcBef>
                <a:spcPts val="300"/>
              </a:spcBef>
              <a:spcAft>
                <a:spcPts val="0"/>
              </a:spcAft>
              <a:buClr>
                <a:schemeClr val="dk1"/>
              </a:buClr>
              <a:buSzPts val="2400"/>
              <a:buChar char="•"/>
              <a:defRPr>
                <a:latin typeface="Arial"/>
                <a:ea typeface="Arial"/>
                <a:cs typeface="Arial"/>
                <a:sym typeface="Arial"/>
              </a:defRPr>
            </a:lvl2pPr>
            <a:lvl3pPr marL="1371600" lvl="2" indent="-355600" algn="just">
              <a:lnSpc>
                <a:spcPct val="130000"/>
              </a:lnSpc>
              <a:spcBef>
                <a:spcPts val="300"/>
              </a:spcBef>
              <a:spcAft>
                <a:spcPts val="0"/>
              </a:spcAft>
              <a:buClr>
                <a:schemeClr val="dk1"/>
              </a:buClr>
              <a:buSzPts val="2000"/>
              <a:buChar char="•"/>
              <a:defRPr>
                <a:latin typeface="Arial"/>
                <a:ea typeface="Arial"/>
                <a:cs typeface="Arial"/>
                <a:sym typeface="Arial"/>
              </a:defRPr>
            </a:lvl3pPr>
            <a:lvl4pPr marL="1828800" lvl="3" indent="-342900" algn="just">
              <a:lnSpc>
                <a:spcPct val="130000"/>
              </a:lnSpc>
              <a:spcBef>
                <a:spcPts val="300"/>
              </a:spcBef>
              <a:spcAft>
                <a:spcPts val="0"/>
              </a:spcAft>
              <a:buClr>
                <a:schemeClr val="dk1"/>
              </a:buClr>
              <a:buSzPts val="1800"/>
              <a:buChar char="•"/>
              <a:defRPr>
                <a:latin typeface="Arial"/>
                <a:ea typeface="Arial"/>
                <a:cs typeface="Arial"/>
                <a:sym typeface="Arial"/>
              </a:defRPr>
            </a:lvl4pPr>
            <a:lvl5pPr marL="2286000" lvl="4" indent="-342900" algn="just">
              <a:lnSpc>
                <a:spcPct val="130000"/>
              </a:lnSpc>
              <a:spcBef>
                <a:spcPts val="3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Hình ảnh">
  <p:cSld name="Hình ảnh">
    <p:spTree>
      <p:nvGrpSpPr>
        <p:cNvPr id="1" name="Shape 514"/>
        <p:cNvGrpSpPr/>
        <p:nvPr/>
      </p:nvGrpSpPr>
      <p:grpSpPr>
        <a:xfrm>
          <a:off x="0" y="0"/>
          <a:ext cx="0" cy="0"/>
          <a:chOff x="0" y="0"/>
          <a:chExt cx="0" cy="0"/>
        </a:xfrm>
      </p:grpSpPr>
      <p:sp>
        <p:nvSpPr>
          <p:cNvPr id="515" name="Google Shape;515;p77"/>
          <p:cNvSpPr/>
          <p:nvPr/>
        </p:nvSpPr>
        <p:spPr>
          <a:xfrm rot="10800000">
            <a:off x="-2" y="0"/>
            <a:ext cx="12192000" cy="6858000"/>
          </a:xfrm>
          <a:custGeom>
            <a:avLst/>
            <a:gdLst/>
            <a:ahLst/>
            <a:cxnLst/>
            <a:rect l="l" t="t" r="r" b="b"/>
            <a:pathLst>
              <a:path w="12192000" h="6858000" extrusionOk="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6" name="Google Shape;516;p77"/>
          <p:cNvSpPr/>
          <p:nvPr/>
        </p:nvSpPr>
        <p:spPr>
          <a:xfrm rot="10800000">
            <a:off x="0" y="0"/>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517" name="Google Shape;517;p77"/>
          <p:cNvGrpSpPr/>
          <p:nvPr/>
        </p:nvGrpSpPr>
        <p:grpSpPr>
          <a:xfrm>
            <a:off x="58527" y="54292"/>
            <a:ext cx="2869771" cy="1563379"/>
            <a:chOff x="44879" y="27296"/>
            <a:chExt cx="2869771" cy="1563379"/>
          </a:xfrm>
        </p:grpSpPr>
        <p:cxnSp>
          <p:nvCxnSpPr>
            <p:cNvPr id="518" name="Google Shape;518;p77"/>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519" name="Google Shape;519;p77"/>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520" name="Google Shape;520;p77"/>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521" name="Google Shape;521;p77"/>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2" name="Google Shape;522;p77"/>
          <p:cNvSpPr txBox="1">
            <a:spLocks noGrp="1"/>
          </p:cNvSpPr>
          <p:nvPr>
            <p:ph type="title"/>
          </p:nvPr>
        </p:nvSpPr>
        <p:spPr>
          <a:xfrm>
            <a:off x="774146" y="202009"/>
            <a:ext cx="3932227" cy="1698043"/>
          </a:xfrm>
          <a:prstGeom prst="rect">
            <a:avLst/>
          </a:prstGeom>
          <a:noFill/>
          <a:ln>
            <a:noFill/>
          </a:ln>
        </p:spPr>
        <p:txBody>
          <a:bodyPr spcFirstLastPara="1" wrap="square" lIns="91425" tIns="45700" rIns="91425" bIns="45700" anchor="ctr" anchorCtr="0">
            <a:noAutofit/>
          </a:bodyPr>
          <a:lstStyle>
            <a:lvl1pPr lvl="0" algn="l">
              <a:lnSpc>
                <a:spcPct val="120000"/>
              </a:lnSpc>
              <a:spcBef>
                <a:spcPts val="200"/>
              </a:spcBef>
              <a:spcAft>
                <a:spcPts val="0"/>
              </a:spcAft>
              <a:buClr>
                <a:srgbClr val="0072FF"/>
              </a:buClr>
              <a:buSzPts val="4000"/>
              <a:buFont typeface="Times New Roman"/>
              <a:buNone/>
              <a:defRPr sz="40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3" name="Google Shape;523;p77"/>
          <p:cNvSpPr txBox="1">
            <a:spLocks noGrp="1"/>
          </p:cNvSpPr>
          <p:nvPr>
            <p:ph type="body" idx="1"/>
          </p:nvPr>
        </p:nvSpPr>
        <p:spPr>
          <a:xfrm>
            <a:off x="774144" y="2113808"/>
            <a:ext cx="3932227" cy="4063156"/>
          </a:xfrm>
          <a:prstGeom prst="rect">
            <a:avLst/>
          </a:prstGeom>
          <a:noFill/>
          <a:ln>
            <a:noFill/>
          </a:ln>
        </p:spPr>
        <p:txBody>
          <a:bodyPr spcFirstLastPara="1" wrap="square" lIns="91425" tIns="45700" rIns="91425" bIns="45700" anchor="t" anchorCtr="0">
            <a:normAutofit/>
          </a:bodyPr>
          <a:lstStyle>
            <a:lvl1pPr marL="457200" lvl="0" indent="-406400" algn="just">
              <a:lnSpc>
                <a:spcPct val="130000"/>
              </a:lnSpc>
              <a:spcBef>
                <a:spcPts val="300"/>
              </a:spcBef>
              <a:spcAft>
                <a:spcPts val="0"/>
              </a:spcAft>
              <a:buClr>
                <a:schemeClr val="dk1"/>
              </a:buClr>
              <a:buSzPts val="2800"/>
              <a:buChar char="•"/>
              <a:defRPr>
                <a:latin typeface="Arial"/>
                <a:ea typeface="Arial"/>
                <a:cs typeface="Arial"/>
                <a:sym typeface="Arial"/>
              </a:defRPr>
            </a:lvl1pPr>
            <a:lvl2pPr marL="914400" lvl="1" indent="-381000" algn="just">
              <a:lnSpc>
                <a:spcPct val="130000"/>
              </a:lnSpc>
              <a:spcBef>
                <a:spcPts val="300"/>
              </a:spcBef>
              <a:spcAft>
                <a:spcPts val="0"/>
              </a:spcAft>
              <a:buClr>
                <a:schemeClr val="dk1"/>
              </a:buClr>
              <a:buSzPts val="2400"/>
              <a:buChar char="•"/>
              <a:defRPr>
                <a:latin typeface="Arial"/>
                <a:ea typeface="Arial"/>
                <a:cs typeface="Arial"/>
                <a:sym typeface="Arial"/>
              </a:defRPr>
            </a:lvl2pPr>
            <a:lvl3pPr marL="1371600" lvl="2" indent="-355600" algn="just">
              <a:lnSpc>
                <a:spcPct val="130000"/>
              </a:lnSpc>
              <a:spcBef>
                <a:spcPts val="300"/>
              </a:spcBef>
              <a:spcAft>
                <a:spcPts val="0"/>
              </a:spcAft>
              <a:buClr>
                <a:schemeClr val="dk1"/>
              </a:buClr>
              <a:buSzPts val="2000"/>
              <a:buChar char="•"/>
              <a:defRPr>
                <a:latin typeface="Arial"/>
                <a:ea typeface="Arial"/>
                <a:cs typeface="Arial"/>
                <a:sym typeface="Arial"/>
              </a:defRPr>
            </a:lvl3pPr>
            <a:lvl4pPr marL="1828800" lvl="3" indent="-342900" algn="just">
              <a:lnSpc>
                <a:spcPct val="130000"/>
              </a:lnSpc>
              <a:spcBef>
                <a:spcPts val="300"/>
              </a:spcBef>
              <a:spcAft>
                <a:spcPts val="0"/>
              </a:spcAft>
              <a:buClr>
                <a:schemeClr val="dk1"/>
              </a:buClr>
              <a:buSzPts val="1800"/>
              <a:buChar char="•"/>
              <a:defRPr>
                <a:latin typeface="Arial"/>
                <a:ea typeface="Arial"/>
                <a:cs typeface="Arial"/>
                <a:sym typeface="Arial"/>
              </a:defRPr>
            </a:lvl4pPr>
            <a:lvl5pPr marL="2286000" lvl="4" indent="-342900" algn="just">
              <a:lnSpc>
                <a:spcPct val="130000"/>
              </a:lnSpc>
              <a:spcBef>
                <a:spcPts val="3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4" name="Google Shape;524;p77"/>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525" name="Google Shape;525;p77"/>
          <p:cNvGrpSpPr/>
          <p:nvPr/>
        </p:nvGrpSpPr>
        <p:grpSpPr>
          <a:xfrm>
            <a:off x="16026" y="4629289"/>
            <a:ext cx="434350" cy="2228711"/>
            <a:chOff x="16026" y="4629289"/>
            <a:chExt cx="434350" cy="2228711"/>
          </a:xfrm>
        </p:grpSpPr>
        <p:sp>
          <p:nvSpPr>
            <p:cNvPr id="526" name="Google Shape;526;p77"/>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7" name="Google Shape;527;p77"/>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8" name="Google Shape;528;p77"/>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9" name="Google Shape;529;p77"/>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0" name="Google Shape;530;p77"/>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1" name="Google Shape;531;p77"/>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532" name="Google Shape;532;p77"/>
          <p:cNvSpPr txBox="1">
            <a:spLocks noGrp="1"/>
          </p:cNvSpPr>
          <p:nvPr>
            <p:ph type="dt" idx="10"/>
          </p:nvPr>
        </p:nvSpPr>
        <p:spPr>
          <a:xfrm>
            <a:off x="6447446" y="6475620"/>
            <a:ext cx="2090098" cy="26311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3" name="Google Shape;533;p77"/>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4" name="Google Shape;534;p77"/>
          <p:cNvSpPr/>
          <p:nvPr/>
        </p:nvSpPr>
        <p:spPr>
          <a:xfrm>
            <a:off x="92963" y="6542941"/>
            <a:ext cx="280476" cy="28047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535" name="Google Shape;535;p77"/>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grpSp>
        <p:nvGrpSpPr>
          <p:cNvPr id="536" name="Google Shape;536;p77"/>
          <p:cNvGrpSpPr/>
          <p:nvPr/>
        </p:nvGrpSpPr>
        <p:grpSpPr>
          <a:xfrm rot="10800000">
            <a:off x="9265363" y="5246044"/>
            <a:ext cx="2869771" cy="1563379"/>
            <a:chOff x="44879" y="27296"/>
            <a:chExt cx="2869771" cy="1563379"/>
          </a:xfrm>
        </p:grpSpPr>
        <p:cxnSp>
          <p:nvCxnSpPr>
            <p:cNvPr id="537" name="Google Shape;537;p77"/>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538" name="Google Shape;538;p77"/>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539" name="Google Shape;539;p77"/>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540" name="Google Shape;540;p77"/>
          <p:cNvSpPr>
            <a:spLocks noGrp="1"/>
          </p:cNvSpPr>
          <p:nvPr>
            <p:ph type="pic" idx="2"/>
          </p:nvPr>
        </p:nvSpPr>
        <p:spPr>
          <a:xfrm>
            <a:off x="5160373" y="202009"/>
            <a:ext cx="6237261" cy="5976999"/>
          </a:xfrm>
          <a:prstGeom prst="roundRect">
            <a:avLst>
              <a:gd name="adj" fmla="val 574"/>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rang trong 1">
  <p:cSld name="Trang trong 1">
    <p:spTree>
      <p:nvGrpSpPr>
        <p:cNvPr id="1" name="Shape 541"/>
        <p:cNvGrpSpPr/>
        <p:nvPr/>
      </p:nvGrpSpPr>
      <p:grpSpPr>
        <a:xfrm>
          <a:off x="0" y="0"/>
          <a:ext cx="0" cy="0"/>
          <a:chOff x="0" y="0"/>
          <a:chExt cx="0" cy="0"/>
        </a:xfrm>
      </p:grpSpPr>
      <p:sp>
        <p:nvSpPr>
          <p:cNvPr id="542" name="Google Shape;542;p78"/>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543" name="Google Shape;543;p78"/>
          <p:cNvGrpSpPr/>
          <p:nvPr/>
        </p:nvGrpSpPr>
        <p:grpSpPr>
          <a:xfrm rot="10800000">
            <a:off x="9263702" y="5930537"/>
            <a:ext cx="2869771" cy="886519"/>
            <a:chOff x="44879" y="27296"/>
            <a:chExt cx="2869771" cy="886519"/>
          </a:xfrm>
        </p:grpSpPr>
        <p:cxnSp>
          <p:nvCxnSpPr>
            <p:cNvPr id="544" name="Google Shape;544;p78"/>
            <p:cNvCxnSpPr/>
            <p:nvPr/>
          </p:nvCxnSpPr>
          <p:spPr>
            <a:xfrm rot="10800000">
              <a:off x="766351" y="34631"/>
              <a:ext cx="2148299" cy="0"/>
            </a:xfrm>
            <a:prstGeom prst="straightConnector1">
              <a:avLst/>
            </a:prstGeom>
            <a:noFill/>
            <a:ln w="38100" cap="rnd" cmpd="sng">
              <a:solidFill>
                <a:srgbClr val="00C6FF"/>
              </a:solidFill>
              <a:prstDash val="solid"/>
              <a:round/>
              <a:headEnd type="none" w="sm" len="sm"/>
              <a:tailEnd type="none" w="sm" len="sm"/>
            </a:ln>
          </p:spPr>
        </p:cxnSp>
        <p:cxnSp>
          <p:nvCxnSpPr>
            <p:cNvPr id="545" name="Google Shape;545;p78"/>
            <p:cNvCxnSpPr/>
            <p:nvPr/>
          </p:nvCxnSpPr>
          <p:spPr>
            <a:xfrm flipH="1">
              <a:off x="44879" y="27296"/>
              <a:ext cx="737495" cy="644210"/>
            </a:xfrm>
            <a:prstGeom prst="straightConnector1">
              <a:avLst/>
            </a:prstGeom>
            <a:noFill/>
            <a:ln w="38100" cap="rnd" cmpd="sng">
              <a:solidFill>
                <a:srgbClr val="00C6FF"/>
              </a:solidFill>
              <a:prstDash val="solid"/>
              <a:round/>
              <a:headEnd type="none" w="sm" len="sm"/>
              <a:tailEnd type="none" w="sm" len="sm"/>
            </a:ln>
          </p:spPr>
        </p:cxnSp>
        <p:cxnSp>
          <p:nvCxnSpPr>
            <p:cNvPr id="546" name="Google Shape;546;p78"/>
            <p:cNvCxnSpPr/>
            <p:nvPr/>
          </p:nvCxnSpPr>
          <p:spPr>
            <a:xfrm rot="10800000">
              <a:off x="52214" y="654128"/>
              <a:ext cx="0" cy="259687"/>
            </a:xfrm>
            <a:prstGeom prst="straightConnector1">
              <a:avLst/>
            </a:prstGeom>
            <a:noFill/>
            <a:ln w="38100" cap="rnd" cmpd="sng">
              <a:solidFill>
                <a:srgbClr val="00C6FF"/>
              </a:solidFill>
              <a:prstDash val="solid"/>
              <a:round/>
              <a:headEnd type="none" w="sm" len="sm"/>
              <a:tailEnd type="none" w="sm" len="sm"/>
            </a:ln>
          </p:spPr>
        </p:cxnSp>
      </p:grpSp>
      <p:sp>
        <p:nvSpPr>
          <p:cNvPr id="547" name="Google Shape;547;p78"/>
          <p:cNvSpPr/>
          <p:nvPr/>
        </p:nvSpPr>
        <p:spPr>
          <a:xfrm>
            <a:off x="22186" y="6583140"/>
            <a:ext cx="233916" cy="233916"/>
          </a:xfrm>
          <a:prstGeom prst="ellipse">
            <a:avLst/>
          </a:prstGeom>
          <a:gradFill>
            <a:gsLst>
              <a:gs pos="0">
                <a:srgbClr val="0072FF"/>
              </a:gs>
              <a:gs pos="99000">
                <a:srgbClr val="00C6FF"/>
              </a:gs>
              <a:gs pos="100000">
                <a:srgbClr val="00C6F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548" name="Google Shape;548;p78"/>
          <p:cNvSpPr txBox="1">
            <a:spLocks noGrp="1"/>
          </p:cNvSpPr>
          <p:nvPr>
            <p:ph type="sldNum" idx="12"/>
          </p:nvPr>
        </p:nvSpPr>
        <p:spPr>
          <a:xfrm>
            <a:off x="-2005" y="6566400"/>
            <a:ext cx="291600" cy="2916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lt1"/>
                </a:solidFill>
                <a:latin typeface="Arial"/>
                <a:ea typeface="Arial"/>
                <a:cs typeface="Arial"/>
                <a:sym typeface="Arial"/>
              </a:defRPr>
            </a:lvl1pPr>
            <a:lvl2pPr marL="0" lvl="1" indent="0" algn="ctr">
              <a:spcBef>
                <a:spcPts val="0"/>
              </a:spcBef>
              <a:buNone/>
              <a:defRPr sz="700">
                <a:solidFill>
                  <a:schemeClr val="lt1"/>
                </a:solidFill>
                <a:latin typeface="Arial"/>
                <a:ea typeface="Arial"/>
                <a:cs typeface="Arial"/>
                <a:sym typeface="Arial"/>
              </a:defRPr>
            </a:lvl2pPr>
            <a:lvl3pPr marL="0" lvl="2" indent="0" algn="ctr">
              <a:spcBef>
                <a:spcPts val="0"/>
              </a:spcBef>
              <a:buNone/>
              <a:defRPr sz="700">
                <a:solidFill>
                  <a:schemeClr val="lt1"/>
                </a:solidFill>
                <a:latin typeface="Arial"/>
                <a:ea typeface="Arial"/>
                <a:cs typeface="Arial"/>
                <a:sym typeface="Arial"/>
              </a:defRPr>
            </a:lvl3pPr>
            <a:lvl4pPr marL="0" lvl="3" indent="0" algn="ctr">
              <a:spcBef>
                <a:spcPts val="0"/>
              </a:spcBef>
              <a:buNone/>
              <a:defRPr sz="700">
                <a:solidFill>
                  <a:schemeClr val="lt1"/>
                </a:solidFill>
                <a:latin typeface="Arial"/>
                <a:ea typeface="Arial"/>
                <a:cs typeface="Arial"/>
                <a:sym typeface="Arial"/>
              </a:defRPr>
            </a:lvl4pPr>
            <a:lvl5pPr marL="0" lvl="4" indent="0" algn="ctr">
              <a:spcBef>
                <a:spcPts val="0"/>
              </a:spcBef>
              <a:buNone/>
              <a:defRPr sz="700">
                <a:solidFill>
                  <a:schemeClr val="lt1"/>
                </a:solidFill>
                <a:latin typeface="Arial"/>
                <a:ea typeface="Arial"/>
                <a:cs typeface="Arial"/>
                <a:sym typeface="Arial"/>
              </a:defRPr>
            </a:lvl5pPr>
            <a:lvl6pPr marL="0" lvl="5" indent="0" algn="ctr">
              <a:spcBef>
                <a:spcPts val="0"/>
              </a:spcBef>
              <a:buNone/>
              <a:defRPr sz="700">
                <a:solidFill>
                  <a:schemeClr val="lt1"/>
                </a:solidFill>
                <a:latin typeface="Arial"/>
                <a:ea typeface="Arial"/>
                <a:cs typeface="Arial"/>
                <a:sym typeface="Arial"/>
              </a:defRPr>
            </a:lvl6pPr>
            <a:lvl7pPr marL="0" lvl="6" indent="0" algn="ctr">
              <a:spcBef>
                <a:spcPts val="0"/>
              </a:spcBef>
              <a:buNone/>
              <a:defRPr sz="700">
                <a:solidFill>
                  <a:schemeClr val="lt1"/>
                </a:solidFill>
                <a:latin typeface="Arial"/>
                <a:ea typeface="Arial"/>
                <a:cs typeface="Arial"/>
                <a:sym typeface="Arial"/>
              </a:defRPr>
            </a:lvl7pPr>
            <a:lvl8pPr marL="0" lvl="7" indent="0" algn="ctr">
              <a:spcBef>
                <a:spcPts val="0"/>
              </a:spcBef>
              <a:buNone/>
              <a:defRPr sz="700">
                <a:solidFill>
                  <a:schemeClr val="lt1"/>
                </a:solidFill>
                <a:latin typeface="Arial"/>
                <a:ea typeface="Arial"/>
                <a:cs typeface="Arial"/>
                <a:sym typeface="Arial"/>
              </a:defRPr>
            </a:lvl8pPr>
            <a:lvl9pPr marL="0" lvl="8" indent="0" algn="ctr">
              <a:spcBef>
                <a:spcPts val="0"/>
              </a:spcBef>
              <a:buNone/>
              <a:defRPr sz="700">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549" name="Google Shape;549;p78"/>
          <p:cNvSpPr/>
          <p:nvPr/>
        </p:nvSpPr>
        <p:spPr>
          <a:xfrm rot="10800000">
            <a:off x="0" y="0"/>
            <a:ext cx="715617" cy="616911"/>
          </a:xfrm>
          <a:prstGeom prst="triangle">
            <a:avLst>
              <a:gd name="adj" fmla="val 100000"/>
            </a:avLst>
          </a:prstGeom>
          <a:solidFill>
            <a:srgbClr val="0072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550" name="Google Shape;550;p78"/>
          <p:cNvGrpSpPr/>
          <p:nvPr/>
        </p:nvGrpSpPr>
        <p:grpSpPr>
          <a:xfrm>
            <a:off x="58527" y="40944"/>
            <a:ext cx="2869771" cy="886519"/>
            <a:chOff x="44879" y="27296"/>
            <a:chExt cx="2869771" cy="886519"/>
          </a:xfrm>
        </p:grpSpPr>
        <p:cxnSp>
          <p:nvCxnSpPr>
            <p:cNvPr id="551" name="Google Shape;551;p78"/>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552" name="Google Shape;552;p78"/>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553" name="Google Shape;553;p78"/>
            <p:cNvCxnSpPr/>
            <p:nvPr/>
          </p:nvCxnSpPr>
          <p:spPr>
            <a:xfrm rot="10800000">
              <a:off x="52214" y="654128"/>
              <a:ext cx="0" cy="259687"/>
            </a:xfrm>
            <a:prstGeom prst="straightConnector1">
              <a:avLst/>
            </a:prstGeom>
            <a:noFill/>
            <a:ln w="38100" cap="flat" cmpd="sng">
              <a:solidFill>
                <a:srgbClr val="00C6FF"/>
              </a:solidFill>
              <a:prstDash val="solid"/>
              <a:miter lim="800000"/>
              <a:headEnd type="none" w="sm" len="sm"/>
              <a:tailEnd type="none" w="sm" len="sm"/>
            </a:ln>
          </p:spPr>
        </p:cxnSp>
      </p:grpSp>
      <p:sp>
        <p:nvSpPr>
          <p:cNvPr id="554" name="Google Shape;554;p78"/>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5" name="Google Shape;555;p78"/>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6" name="Google Shape;556;p78"/>
          <p:cNvSpPr txBox="1">
            <a:spLocks noGrp="1"/>
          </p:cNvSpPr>
          <p:nvPr>
            <p:ph type="dt" idx="10"/>
          </p:nvPr>
        </p:nvSpPr>
        <p:spPr>
          <a:xfrm>
            <a:off x="6447446" y="6475620"/>
            <a:ext cx="2090098" cy="26311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rang trong 2">
  <p:cSld name="Trang trong 2">
    <p:spTree>
      <p:nvGrpSpPr>
        <p:cNvPr id="1" name="Shape 557"/>
        <p:cNvGrpSpPr/>
        <p:nvPr/>
      </p:nvGrpSpPr>
      <p:grpSpPr>
        <a:xfrm>
          <a:off x="0" y="0"/>
          <a:ext cx="0" cy="0"/>
          <a:chOff x="0" y="0"/>
          <a:chExt cx="0" cy="0"/>
        </a:xfrm>
      </p:grpSpPr>
      <p:sp>
        <p:nvSpPr>
          <p:cNvPr id="558" name="Google Shape;558;p79"/>
          <p:cNvSpPr/>
          <p:nvPr/>
        </p:nvSpPr>
        <p:spPr>
          <a:xfrm>
            <a:off x="22186" y="6583140"/>
            <a:ext cx="233916" cy="233916"/>
          </a:xfrm>
          <a:prstGeom prst="ellipse">
            <a:avLst/>
          </a:prstGeom>
          <a:gradFill>
            <a:gsLst>
              <a:gs pos="0">
                <a:srgbClr val="0072FF"/>
              </a:gs>
              <a:gs pos="99000">
                <a:srgbClr val="00C6FF"/>
              </a:gs>
              <a:gs pos="100000">
                <a:srgbClr val="00C6F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559" name="Google Shape;559;p79"/>
          <p:cNvSpPr txBox="1">
            <a:spLocks noGrp="1"/>
          </p:cNvSpPr>
          <p:nvPr>
            <p:ph type="sldNum" idx="12"/>
          </p:nvPr>
        </p:nvSpPr>
        <p:spPr>
          <a:xfrm>
            <a:off x="-2005" y="6566400"/>
            <a:ext cx="291600" cy="2916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lt1"/>
                </a:solidFill>
                <a:latin typeface="Arial"/>
                <a:ea typeface="Arial"/>
                <a:cs typeface="Arial"/>
                <a:sym typeface="Arial"/>
              </a:defRPr>
            </a:lvl1pPr>
            <a:lvl2pPr marL="0" lvl="1" indent="0" algn="ctr">
              <a:spcBef>
                <a:spcPts val="0"/>
              </a:spcBef>
              <a:buNone/>
              <a:defRPr sz="700">
                <a:solidFill>
                  <a:schemeClr val="lt1"/>
                </a:solidFill>
                <a:latin typeface="Arial"/>
                <a:ea typeface="Arial"/>
                <a:cs typeface="Arial"/>
                <a:sym typeface="Arial"/>
              </a:defRPr>
            </a:lvl2pPr>
            <a:lvl3pPr marL="0" lvl="2" indent="0" algn="ctr">
              <a:spcBef>
                <a:spcPts val="0"/>
              </a:spcBef>
              <a:buNone/>
              <a:defRPr sz="700">
                <a:solidFill>
                  <a:schemeClr val="lt1"/>
                </a:solidFill>
                <a:latin typeface="Arial"/>
                <a:ea typeface="Arial"/>
                <a:cs typeface="Arial"/>
                <a:sym typeface="Arial"/>
              </a:defRPr>
            </a:lvl3pPr>
            <a:lvl4pPr marL="0" lvl="3" indent="0" algn="ctr">
              <a:spcBef>
                <a:spcPts val="0"/>
              </a:spcBef>
              <a:buNone/>
              <a:defRPr sz="700">
                <a:solidFill>
                  <a:schemeClr val="lt1"/>
                </a:solidFill>
                <a:latin typeface="Arial"/>
                <a:ea typeface="Arial"/>
                <a:cs typeface="Arial"/>
                <a:sym typeface="Arial"/>
              </a:defRPr>
            </a:lvl4pPr>
            <a:lvl5pPr marL="0" lvl="4" indent="0" algn="ctr">
              <a:spcBef>
                <a:spcPts val="0"/>
              </a:spcBef>
              <a:buNone/>
              <a:defRPr sz="700">
                <a:solidFill>
                  <a:schemeClr val="lt1"/>
                </a:solidFill>
                <a:latin typeface="Arial"/>
                <a:ea typeface="Arial"/>
                <a:cs typeface="Arial"/>
                <a:sym typeface="Arial"/>
              </a:defRPr>
            </a:lvl5pPr>
            <a:lvl6pPr marL="0" lvl="5" indent="0" algn="ctr">
              <a:spcBef>
                <a:spcPts val="0"/>
              </a:spcBef>
              <a:buNone/>
              <a:defRPr sz="700">
                <a:solidFill>
                  <a:schemeClr val="lt1"/>
                </a:solidFill>
                <a:latin typeface="Arial"/>
                <a:ea typeface="Arial"/>
                <a:cs typeface="Arial"/>
                <a:sym typeface="Arial"/>
              </a:defRPr>
            </a:lvl6pPr>
            <a:lvl7pPr marL="0" lvl="6" indent="0" algn="ctr">
              <a:spcBef>
                <a:spcPts val="0"/>
              </a:spcBef>
              <a:buNone/>
              <a:defRPr sz="700">
                <a:solidFill>
                  <a:schemeClr val="lt1"/>
                </a:solidFill>
                <a:latin typeface="Arial"/>
                <a:ea typeface="Arial"/>
                <a:cs typeface="Arial"/>
                <a:sym typeface="Arial"/>
              </a:defRPr>
            </a:lvl7pPr>
            <a:lvl8pPr marL="0" lvl="7" indent="0" algn="ctr">
              <a:spcBef>
                <a:spcPts val="0"/>
              </a:spcBef>
              <a:buNone/>
              <a:defRPr sz="700">
                <a:solidFill>
                  <a:schemeClr val="lt1"/>
                </a:solidFill>
                <a:latin typeface="Arial"/>
                <a:ea typeface="Arial"/>
                <a:cs typeface="Arial"/>
                <a:sym typeface="Arial"/>
              </a:defRPr>
            </a:lvl8pPr>
            <a:lvl9pPr marL="0" lvl="8" indent="0" algn="ctr">
              <a:spcBef>
                <a:spcPts val="0"/>
              </a:spcBef>
              <a:buNone/>
              <a:defRPr sz="700">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Tiêu đề">
  <p:cSld name="1_Tiêu đề">
    <p:spTree>
      <p:nvGrpSpPr>
        <p:cNvPr id="1" name="Shape 560"/>
        <p:cNvGrpSpPr/>
        <p:nvPr/>
      </p:nvGrpSpPr>
      <p:grpSpPr>
        <a:xfrm>
          <a:off x="0" y="0"/>
          <a:ext cx="0" cy="0"/>
          <a:chOff x="0" y="0"/>
          <a:chExt cx="0" cy="0"/>
        </a:xfrm>
      </p:grpSpPr>
      <p:sp>
        <p:nvSpPr>
          <p:cNvPr id="561" name="Google Shape;561;p80"/>
          <p:cNvSpPr txBox="1">
            <a:spLocks noGrp="1"/>
          </p:cNvSpPr>
          <p:nvPr>
            <p:ph type="ftr" idx="11"/>
          </p:nvPr>
        </p:nvSpPr>
        <p:spPr>
          <a:xfrm>
            <a:off x="2353680" y="6480629"/>
            <a:ext cx="4288103" cy="23677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2" name="Google Shape;562;p80"/>
          <p:cNvSpPr/>
          <p:nvPr/>
        </p:nvSpPr>
        <p:spPr>
          <a:xfrm rot="10800000">
            <a:off x="-1" y="0"/>
            <a:ext cx="12192000" cy="6858000"/>
          </a:xfrm>
          <a:custGeom>
            <a:avLst/>
            <a:gdLst/>
            <a:ahLst/>
            <a:cxnLst/>
            <a:rect l="l" t="t" r="r" b="b"/>
            <a:pathLst>
              <a:path w="12192000" h="6858000" extrusionOk="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3" name="Google Shape;563;p80"/>
          <p:cNvSpPr/>
          <p:nvPr/>
        </p:nvSpPr>
        <p:spPr>
          <a:xfrm rot="10800000">
            <a:off x="0" y="0"/>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564" name="Google Shape;564;p80"/>
          <p:cNvGrpSpPr/>
          <p:nvPr/>
        </p:nvGrpSpPr>
        <p:grpSpPr>
          <a:xfrm>
            <a:off x="58527" y="40944"/>
            <a:ext cx="2869771" cy="1563379"/>
            <a:chOff x="44879" y="27296"/>
            <a:chExt cx="2869771" cy="1563379"/>
          </a:xfrm>
        </p:grpSpPr>
        <p:cxnSp>
          <p:nvCxnSpPr>
            <p:cNvPr id="565" name="Google Shape;565;p80"/>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566" name="Google Shape;566;p80"/>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567" name="Google Shape;567;p80"/>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568" name="Google Shape;568;p80"/>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569" name="Google Shape;569;p80"/>
          <p:cNvGrpSpPr/>
          <p:nvPr/>
        </p:nvGrpSpPr>
        <p:grpSpPr>
          <a:xfrm rot="10800000">
            <a:off x="9263702" y="5253677"/>
            <a:ext cx="2869771" cy="1563379"/>
            <a:chOff x="44879" y="27296"/>
            <a:chExt cx="2869771" cy="1563379"/>
          </a:xfrm>
        </p:grpSpPr>
        <p:cxnSp>
          <p:nvCxnSpPr>
            <p:cNvPr id="570" name="Google Shape;570;p80"/>
            <p:cNvCxnSpPr/>
            <p:nvPr/>
          </p:nvCxnSpPr>
          <p:spPr>
            <a:xfrm rot="10800000">
              <a:off x="766351" y="34631"/>
              <a:ext cx="2148299" cy="0"/>
            </a:xfrm>
            <a:prstGeom prst="straightConnector1">
              <a:avLst/>
            </a:prstGeom>
            <a:noFill/>
            <a:ln w="38100" cap="rnd" cmpd="sng">
              <a:solidFill>
                <a:srgbClr val="00C6FF"/>
              </a:solidFill>
              <a:prstDash val="solid"/>
              <a:round/>
              <a:headEnd type="none" w="sm" len="sm"/>
              <a:tailEnd type="none" w="sm" len="sm"/>
            </a:ln>
          </p:spPr>
        </p:cxnSp>
        <p:cxnSp>
          <p:nvCxnSpPr>
            <p:cNvPr id="571" name="Google Shape;571;p80"/>
            <p:cNvCxnSpPr/>
            <p:nvPr/>
          </p:nvCxnSpPr>
          <p:spPr>
            <a:xfrm flipH="1">
              <a:off x="44879" y="27296"/>
              <a:ext cx="737495" cy="644210"/>
            </a:xfrm>
            <a:prstGeom prst="straightConnector1">
              <a:avLst/>
            </a:prstGeom>
            <a:noFill/>
            <a:ln w="38100" cap="rnd" cmpd="sng">
              <a:solidFill>
                <a:srgbClr val="00C6FF"/>
              </a:solidFill>
              <a:prstDash val="solid"/>
              <a:round/>
              <a:headEnd type="none" w="sm" len="sm"/>
              <a:tailEnd type="none" w="sm" len="sm"/>
            </a:ln>
          </p:spPr>
        </p:cxnSp>
        <p:cxnSp>
          <p:nvCxnSpPr>
            <p:cNvPr id="572" name="Google Shape;572;p80"/>
            <p:cNvCxnSpPr/>
            <p:nvPr/>
          </p:nvCxnSpPr>
          <p:spPr>
            <a:xfrm rot="10800000">
              <a:off x="52214" y="654128"/>
              <a:ext cx="0" cy="936547"/>
            </a:xfrm>
            <a:prstGeom prst="straightConnector1">
              <a:avLst/>
            </a:prstGeom>
            <a:noFill/>
            <a:ln w="38100" cap="rnd" cmpd="sng">
              <a:solidFill>
                <a:srgbClr val="00C6FF"/>
              </a:solidFill>
              <a:prstDash val="solid"/>
              <a:round/>
              <a:headEnd type="none" w="sm" len="sm"/>
              <a:tailEnd type="none" w="sm" len="sm"/>
            </a:ln>
          </p:spPr>
        </p:cxnSp>
      </p:grpSp>
      <p:sp>
        <p:nvSpPr>
          <p:cNvPr id="573" name="Google Shape;573;p80"/>
          <p:cNvSpPr/>
          <p:nvPr/>
        </p:nvSpPr>
        <p:spPr>
          <a:xfrm flipH="1">
            <a:off x="5441009" y="0"/>
            <a:ext cx="6750991" cy="304800"/>
          </a:xfrm>
          <a:custGeom>
            <a:avLst/>
            <a:gdLst/>
            <a:ahLst/>
            <a:cxnLst/>
            <a:rect l="l" t="t" r="r" b="b"/>
            <a:pathLst>
              <a:path w="6750991" h="304800" extrusionOk="0">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4705"/>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4" name="Google Shape;574;p80"/>
          <p:cNvSpPr/>
          <p:nvPr/>
        </p:nvSpPr>
        <p:spPr>
          <a:xfrm rot="10800000" flipH="1">
            <a:off x="0" y="6553200"/>
            <a:ext cx="6750991" cy="304800"/>
          </a:xfrm>
          <a:custGeom>
            <a:avLst/>
            <a:gdLst/>
            <a:ahLst/>
            <a:cxnLst/>
            <a:rect l="l" t="t" r="r" b="b"/>
            <a:pathLst>
              <a:path w="6750991" h="304800" extrusionOk="0">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4705"/>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75" name="Google Shape;575;p80" descr="A picture containing clipart, vector graphics&#10;&#10;Description automatically generated"/>
          <p:cNvPicPr preferRelativeResize="0"/>
          <p:nvPr/>
        </p:nvPicPr>
        <p:blipFill rotWithShape="1">
          <a:blip r:embed="rId3">
            <a:alphaModFix/>
          </a:blip>
          <a:srcRect/>
          <a:stretch/>
        </p:blipFill>
        <p:spPr>
          <a:xfrm>
            <a:off x="412638" y="362637"/>
            <a:ext cx="544288" cy="450213"/>
          </a:xfrm>
          <a:prstGeom prst="rect">
            <a:avLst/>
          </a:prstGeom>
          <a:noFill/>
          <a:ln>
            <a:noFill/>
          </a:ln>
        </p:spPr>
      </p:pic>
      <p:sp>
        <p:nvSpPr>
          <p:cNvPr id="576" name="Google Shape;576;p80"/>
          <p:cNvSpPr txBox="1"/>
          <p:nvPr/>
        </p:nvSpPr>
        <p:spPr>
          <a:xfrm>
            <a:off x="956926" y="326133"/>
            <a:ext cx="3996607" cy="52322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400">
                <a:solidFill>
                  <a:srgbClr val="000046"/>
                </a:solidFill>
                <a:latin typeface="Arial"/>
                <a:ea typeface="Arial"/>
                <a:cs typeface="Arial"/>
                <a:sym typeface="Arial"/>
              </a:rPr>
              <a:t>ĐẠI HỌC QUỐC GIA TP. HỒ CHÍ MINH</a:t>
            </a:r>
            <a:endParaRPr/>
          </a:p>
          <a:p>
            <a:pPr marL="0" marR="0" lvl="0" indent="0" algn="l" rtl="0">
              <a:spcBef>
                <a:spcPts val="0"/>
              </a:spcBef>
              <a:spcAft>
                <a:spcPts val="0"/>
              </a:spcAft>
              <a:buNone/>
            </a:pPr>
            <a:r>
              <a:rPr lang="en-US" sz="1400" b="1">
                <a:solidFill>
                  <a:srgbClr val="000046"/>
                </a:solidFill>
                <a:latin typeface="Arial"/>
                <a:ea typeface="Arial"/>
                <a:cs typeface="Arial"/>
                <a:sym typeface="Arial"/>
              </a:rPr>
              <a:t>TRƯỜNG ĐẠI HỌC CÔNG NGHỆ THÔNG TIN</a:t>
            </a:r>
            <a:endParaRPr/>
          </a:p>
        </p:txBody>
      </p:sp>
      <p:sp>
        <p:nvSpPr>
          <p:cNvPr id="577" name="Google Shape;577;p80"/>
          <p:cNvSpPr/>
          <p:nvPr/>
        </p:nvSpPr>
        <p:spPr>
          <a:xfrm>
            <a:off x="11924591" y="6583140"/>
            <a:ext cx="233916" cy="23391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578" name="Google Shape;578;p80"/>
          <p:cNvSpPr txBox="1">
            <a:spLocks noGrp="1"/>
          </p:cNvSpPr>
          <p:nvPr>
            <p:ph type="sldNum" idx="12"/>
          </p:nvPr>
        </p:nvSpPr>
        <p:spPr>
          <a:xfrm>
            <a:off x="11894359" y="6566401"/>
            <a:ext cx="291600" cy="291600"/>
          </a:xfrm>
          <a:prstGeom prst="rect">
            <a:avLst/>
          </a:prstGeom>
          <a:noFill/>
          <a:ln>
            <a:noFill/>
          </a:ln>
        </p:spPr>
        <p:txBody>
          <a:bodyPr spcFirstLastPara="1" wrap="square" lIns="91425" tIns="45700" rIns="91425" bIns="45700" anchor="ctr" anchorCtr="0">
            <a:noAutofit/>
          </a:bodyPr>
          <a:lstStyle>
            <a:lvl1pPr marL="0" marR="0" lvl="0" indent="0" algn="ctr">
              <a:spcBef>
                <a:spcPts val="0"/>
              </a:spcBef>
              <a:buNone/>
              <a:defRPr sz="700">
                <a:solidFill>
                  <a:schemeClr val="dk1"/>
                </a:solidFill>
                <a:latin typeface="Arial"/>
                <a:ea typeface="Arial"/>
                <a:cs typeface="Arial"/>
                <a:sym typeface="Arial"/>
              </a:defRPr>
            </a:lvl1pPr>
            <a:lvl2pPr marL="0" marR="0" lvl="1" indent="0" algn="ctr">
              <a:spcBef>
                <a:spcPts val="0"/>
              </a:spcBef>
              <a:buNone/>
              <a:defRPr sz="700">
                <a:solidFill>
                  <a:schemeClr val="dk1"/>
                </a:solidFill>
                <a:latin typeface="Arial"/>
                <a:ea typeface="Arial"/>
                <a:cs typeface="Arial"/>
                <a:sym typeface="Arial"/>
              </a:defRPr>
            </a:lvl2pPr>
            <a:lvl3pPr marL="0" marR="0" lvl="2" indent="0" algn="ctr">
              <a:spcBef>
                <a:spcPts val="0"/>
              </a:spcBef>
              <a:buNone/>
              <a:defRPr sz="700">
                <a:solidFill>
                  <a:schemeClr val="dk1"/>
                </a:solidFill>
                <a:latin typeface="Arial"/>
                <a:ea typeface="Arial"/>
                <a:cs typeface="Arial"/>
                <a:sym typeface="Arial"/>
              </a:defRPr>
            </a:lvl3pPr>
            <a:lvl4pPr marL="0" marR="0" lvl="3" indent="0" algn="ctr">
              <a:spcBef>
                <a:spcPts val="0"/>
              </a:spcBef>
              <a:buNone/>
              <a:defRPr sz="700">
                <a:solidFill>
                  <a:schemeClr val="dk1"/>
                </a:solidFill>
                <a:latin typeface="Arial"/>
                <a:ea typeface="Arial"/>
                <a:cs typeface="Arial"/>
                <a:sym typeface="Arial"/>
              </a:defRPr>
            </a:lvl4pPr>
            <a:lvl5pPr marL="0" marR="0" lvl="4" indent="0" algn="ctr">
              <a:spcBef>
                <a:spcPts val="0"/>
              </a:spcBef>
              <a:buNone/>
              <a:defRPr sz="700">
                <a:solidFill>
                  <a:schemeClr val="dk1"/>
                </a:solidFill>
                <a:latin typeface="Arial"/>
                <a:ea typeface="Arial"/>
                <a:cs typeface="Arial"/>
                <a:sym typeface="Arial"/>
              </a:defRPr>
            </a:lvl5pPr>
            <a:lvl6pPr marL="0" marR="0" lvl="5" indent="0" algn="ctr">
              <a:spcBef>
                <a:spcPts val="0"/>
              </a:spcBef>
              <a:buNone/>
              <a:defRPr sz="700">
                <a:solidFill>
                  <a:schemeClr val="dk1"/>
                </a:solidFill>
                <a:latin typeface="Arial"/>
                <a:ea typeface="Arial"/>
                <a:cs typeface="Arial"/>
                <a:sym typeface="Arial"/>
              </a:defRPr>
            </a:lvl6pPr>
            <a:lvl7pPr marL="0" marR="0" lvl="6" indent="0" algn="ctr">
              <a:spcBef>
                <a:spcPts val="0"/>
              </a:spcBef>
              <a:buNone/>
              <a:defRPr sz="700">
                <a:solidFill>
                  <a:schemeClr val="dk1"/>
                </a:solidFill>
                <a:latin typeface="Arial"/>
                <a:ea typeface="Arial"/>
                <a:cs typeface="Arial"/>
                <a:sym typeface="Arial"/>
              </a:defRPr>
            </a:lvl7pPr>
            <a:lvl8pPr marL="0" marR="0" lvl="7" indent="0" algn="ctr">
              <a:spcBef>
                <a:spcPts val="0"/>
              </a:spcBef>
              <a:buNone/>
              <a:defRPr sz="700">
                <a:solidFill>
                  <a:schemeClr val="dk1"/>
                </a:solidFill>
                <a:latin typeface="Arial"/>
                <a:ea typeface="Arial"/>
                <a:cs typeface="Arial"/>
                <a:sym typeface="Arial"/>
              </a:defRPr>
            </a:lvl8pPr>
            <a:lvl9pPr marL="0" marR="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579" name="Google Shape;579;p80"/>
          <p:cNvSpPr txBox="1">
            <a:spLocks noGrp="1"/>
          </p:cNvSpPr>
          <p:nvPr>
            <p:ph type="body" idx="1"/>
          </p:nvPr>
        </p:nvSpPr>
        <p:spPr>
          <a:xfrm>
            <a:off x="1850807" y="2208158"/>
            <a:ext cx="8490387" cy="696165"/>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SzPts val="4400"/>
              <a:buNone/>
              <a:defRPr sz="4400" b="1">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0" name="Google Shape;580;p80"/>
          <p:cNvSpPr txBox="1">
            <a:spLocks noGrp="1"/>
          </p:cNvSpPr>
          <p:nvPr>
            <p:ph type="body" idx="2"/>
          </p:nvPr>
        </p:nvSpPr>
        <p:spPr>
          <a:xfrm>
            <a:off x="876991" y="3039455"/>
            <a:ext cx="10438019" cy="459447"/>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rgbClr val="000046"/>
              </a:buClr>
              <a:buSzPts val="2000"/>
              <a:buNone/>
              <a:defRPr sz="2000" b="1">
                <a:solidFill>
                  <a:srgbClr val="000046"/>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1" name="Google Shape;581;p80"/>
          <p:cNvSpPr txBox="1">
            <a:spLocks noGrp="1"/>
          </p:cNvSpPr>
          <p:nvPr>
            <p:ph type="body" idx="3"/>
          </p:nvPr>
        </p:nvSpPr>
        <p:spPr>
          <a:xfrm>
            <a:off x="4680970" y="4963048"/>
            <a:ext cx="2830058" cy="345005"/>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chemeClr val="lt1"/>
              </a:buClr>
              <a:buSzPts val="1400"/>
              <a:buNone/>
              <a:defRPr sz="1400" b="1" i="0">
                <a:solidFill>
                  <a:schemeClr val="lt1"/>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2" name="Google Shape;582;p80"/>
          <p:cNvSpPr txBox="1">
            <a:spLocks noGrp="1"/>
          </p:cNvSpPr>
          <p:nvPr>
            <p:ph type="body" idx="4"/>
          </p:nvPr>
        </p:nvSpPr>
        <p:spPr>
          <a:xfrm>
            <a:off x="1850807" y="3630811"/>
            <a:ext cx="8490387" cy="644210"/>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rgbClr val="BFBFBF"/>
              </a:buClr>
              <a:buSzPts val="1200"/>
              <a:buNone/>
              <a:defRPr sz="1200">
                <a:solidFill>
                  <a:srgbClr val="BFBFBF"/>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3" name="Google Shape;583;p80"/>
          <p:cNvSpPr txBox="1">
            <a:spLocks noGrp="1"/>
          </p:cNvSpPr>
          <p:nvPr>
            <p:ph type="dt" idx="10"/>
          </p:nvPr>
        </p:nvSpPr>
        <p:spPr>
          <a:xfrm>
            <a:off x="6767806" y="6476999"/>
            <a:ext cx="2495896" cy="23676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072FF"/>
              </a:buClr>
              <a:buSzPts val="4000"/>
              <a:buFont typeface="Times New Roman"/>
              <a:buNone/>
              <a:defRPr sz="4000" b="1" i="0" u="none" strike="noStrike" cap="none">
                <a:solidFill>
                  <a:srgbClr val="0072FF"/>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B8C95"/>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B8C95"/>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B8C95"/>
                </a:solidFill>
                <a:latin typeface="Calibri"/>
                <a:ea typeface="Calibri"/>
                <a:cs typeface="Calibri"/>
                <a:sym typeface="Calibri"/>
              </a:defRPr>
            </a:lvl1pPr>
            <a:lvl2pPr marL="0" marR="0" lvl="1" indent="0" algn="r" rtl="0">
              <a:spcBef>
                <a:spcPts val="0"/>
              </a:spcBef>
              <a:buNone/>
              <a:defRPr sz="1200" b="0" i="0" u="none" strike="noStrike" cap="none">
                <a:solidFill>
                  <a:srgbClr val="8B8C95"/>
                </a:solidFill>
                <a:latin typeface="Calibri"/>
                <a:ea typeface="Calibri"/>
                <a:cs typeface="Calibri"/>
                <a:sym typeface="Calibri"/>
              </a:defRPr>
            </a:lvl2pPr>
            <a:lvl3pPr marL="0" marR="0" lvl="2" indent="0" algn="r" rtl="0">
              <a:spcBef>
                <a:spcPts val="0"/>
              </a:spcBef>
              <a:buNone/>
              <a:defRPr sz="1200" b="0" i="0" u="none" strike="noStrike" cap="none">
                <a:solidFill>
                  <a:srgbClr val="8B8C95"/>
                </a:solidFill>
                <a:latin typeface="Calibri"/>
                <a:ea typeface="Calibri"/>
                <a:cs typeface="Calibri"/>
                <a:sym typeface="Calibri"/>
              </a:defRPr>
            </a:lvl3pPr>
            <a:lvl4pPr marL="0" marR="0" lvl="3" indent="0" algn="r" rtl="0">
              <a:spcBef>
                <a:spcPts val="0"/>
              </a:spcBef>
              <a:buNone/>
              <a:defRPr sz="1200" b="0" i="0" u="none" strike="noStrike" cap="none">
                <a:solidFill>
                  <a:srgbClr val="8B8C95"/>
                </a:solidFill>
                <a:latin typeface="Calibri"/>
                <a:ea typeface="Calibri"/>
                <a:cs typeface="Calibri"/>
                <a:sym typeface="Calibri"/>
              </a:defRPr>
            </a:lvl4pPr>
            <a:lvl5pPr marL="0" marR="0" lvl="4" indent="0" algn="r" rtl="0">
              <a:spcBef>
                <a:spcPts val="0"/>
              </a:spcBef>
              <a:buNone/>
              <a:defRPr sz="1200" b="0" i="0" u="none" strike="noStrike" cap="none">
                <a:solidFill>
                  <a:srgbClr val="8B8C95"/>
                </a:solidFill>
                <a:latin typeface="Calibri"/>
                <a:ea typeface="Calibri"/>
                <a:cs typeface="Calibri"/>
                <a:sym typeface="Calibri"/>
              </a:defRPr>
            </a:lvl5pPr>
            <a:lvl6pPr marL="0" marR="0" lvl="5" indent="0" algn="r" rtl="0">
              <a:spcBef>
                <a:spcPts val="0"/>
              </a:spcBef>
              <a:buNone/>
              <a:defRPr sz="1200" b="0" i="0" u="none" strike="noStrike" cap="none">
                <a:solidFill>
                  <a:srgbClr val="8B8C95"/>
                </a:solidFill>
                <a:latin typeface="Calibri"/>
                <a:ea typeface="Calibri"/>
                <a:cs typeface="Calibri"/>
                <a:sym typeface="Calibri"/>
              </a:defRPr>
            </a:lvl6pPr>
            <a:lvl7pPr marL="0" marR="0" lvl="6" indent="0" algn="r" rtl="0">
              <a:spcBef>
                <a:spcPts val="0"/>
              </a:spcBef>
              <a:buNone/>
              <a:defRPr sz="1200" b="0" i="0" u="none" strike="noStrike" cap="none">
                <a:solidFill>
                  <a:srgbClr val="8B8C95"/>
                </a:solidFill>
                <a:latin typeface="Calibri"/>
                <a:ea typeface="Calibri"/>
                <a:cs typeface="Calibri"/>
                <a:sym typeface="Calibri"/>
              </a:defRPr>
            </a:lvl7pPr>
            <a:lvl8pPr marL="0" marR="0" lvl="7" indent="0" algn="r" rtl="0">
              <a:spcBef>
                <a:spcPts val="0"/>
              </a:spcBef>
              <a:buNone/>
              <a:defRPr sz="1200" b="0" i="0" u="none" strike="noStrike" cap="none">
                <a:solidFill>
                  <a:srgbClr val="8B8C95"/>
                </a:solidFill>
                <a:latin typeface="Calibri"/>
                <a:ea typeface="Calibri"/>
                <a:cs typeface="Calibri"/>
                <a:sym typeface="Calibri"/>
              </a:defRPr>
            </a:lvl8pPr>
            <a:lvl9pPr marL="0" marR="0" lvl="8" indent="0" algn="r" rtl="0">
              <a:spcBef>
                <a:spcPts val="0"/>
              </a:spcBef>
              <a:buNone/>
              <a:defRPr sz="1200" b="0" i="0" u="none" strike="noStrike" cap="none">
                <a:solidFill>
                  <a:srgbClr val="8B8C95"/>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1"/>
          <p:cNvSpPr txBox="1">
            <a:spLocks noGrp="1"/>
          </p:cNvSpPr>
          <p:nvPr>
            <p:ph type="ftr" idx="11"/>
          </p:nvPr>
        </p:nvSpPr>
        <p:spPr>
          <a:xfrm>
            <a:off x="2353680" y="6480629"/>
            <a:ext cx="4288103" cy="23677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589" name="Google Shape;589;p1"/>
          <p:cNvSpPr txBox="1">
            <a:spLocks noGrp="1"/>
          </p:cNvSpPr>
          <p:nvPr>
            <p:ph type="sldNum" idx="12"/>
          </p:nvPr>
        </p:nvSpPr>
        <p:spPr>
          <a:xfrm>
            <a:off x="75604" y="6587552"/>
            <a:ext cx="291600" cy="2916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
        <p:nvSpPr>
          <p:cNvPr id="590" name="Google Shape;590;p1"/>
          <p:cNvSpPr txBox="1">
            <a:spLocks noGrp="1"/>
          </p:cNvSpPr>
          <p:nvPr>
            <p:ph type="body" idx="1"/>
          </p:nvPr>
        </p:nvSpPr>
        <p:spPr>
          <a:xfrm>
            <a:off x="1850807" y="2208158"/>
            <a:ext cx="8490387" cy="69616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0046"/>
              </a:buClr>
              <a:buSzPts val="4400"/>
              <a:buNone/>
            </a:pPr>
            <a:r>
              <a:rPr lang="en-US"/>
              <a:t>HỆ ĐIỀU HÀNH</a:t>
            </a:r>
            <a:endParaRPr/>
          </a:p>
        </p:txBody>
      </p:sp>
      <p:sp>
        <p:nvSpPr>
          <p:cNvPr id="591" name="Google Shape;591;p1"/>
          <p:cNvSpPr txBox="1">
            <a:spLocks noGrp="1"/>
          </p:cNvSpPr>
          <p:nvPr>
            <p:ph type="body" idx="2"/>
          </p:nvPr>
        </p:nvSpPr>
        <p:spPr>
          <a:xfrm>
            <a:off x="876991" y="3039455"/>
            <a:ext cx="10438019" cy="459447"/>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5"/>
              </a:buClr>
              <a:buSzPts val="2800"/>
              <a:buNone/>
            </a:pPr>
            <a:r>
              <a:rPr lang="en-US">
                <a:solidFill>
                  <a:schemeClr val="accent5"/>
                </a:solidFill>
              </a:rPr>
              <a:t>CHƯƠNG 3: TIẾN TRÌNH</a:t>
            </a:r>
            <a:endParaRPr>
              <a:solidFill>
                <a:schemeClr val="accent5"/>
              </a:solidFill>
            </a:endParaRPr>
          </a:p>
        </p:txBody>
      </p:sp>
      <p:sp>
        <p:nvSpPr>
          <p:cNvPr id="592" name="Google Shape;592;p1"/>
          <p:cNvSpPr txBox="1">
            <a:spLocks noGrp="1"/>
          </p:cNvSpPr>
          <p:nvPr>
            <p:ph type="body" idx="3"/>
          </p:nvPr>
        </p:nvSpPr>
        <p:spPr>
          <a:xfrm>
            <a:off x="4680970" y="4963048"/>
            <a:ext cx="2830058" cy="345005"/>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1400"/>
              <a:buNone/>
            </a:pPr>
            <a:r>
              <a:rPr lang="en-US"/>
              <a:t>Trình bày: ...</a:t>
            </a:r>
            <a:endParaRPr/>
          </a:p>
        </p:txBody>
      </p:sp>
      <p:sp>
        <p:nvSpPr>
          <p:cNvPr id="593" name="Google Shape;593;p1"/>
          <p:cNvSpPr txBox="1">
            <a:spLocks noGrp="1"/>
          </p:cNvSpPr>
          <p:nvPr>
            <p:ph type="body" idx="4"/>
          </p:nvPr>
        </p:nvSpPr>
        <p:spPr>
          <a:xfrm>
            <a:off x="1850807" y="3630811"/>
            <a:ext cx="8490387" cy="64421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A5A5A5"/>
              </a:buClr>
              <a:buSzPts val="1200"/>
              <a:buNone/>
            </a:pPr>
            <a:r>
              <a:rPr lang="en-US"/>
              <a:t>Trình bày các khái niệm cơ bản về tiến trình, các thông số của tiến trình, các khái niệm cơ bản về định thời tiến trình và giao tiếp giữa các tiến trình, và biết được các tác vụ cơ bản của một tiến trình</a:t>
            </a:r>
            <a:endParaRPr/>
          </a:p>
        </p:txBody>
      </p:sp>
      <p:sp>
        <p:nvSpPr>
          <p:cNvPr id="594" name="Google Shape;594;p1"/>
          <p:cNvSpPr txBox="1"/>
          <p:nvPr/>
        </p:nvSpPr>
        <p:spPr>
          <a:xfrm>
            <a:off x="4680970" y="4959362"/>
            <a:ext cx="2830058" cy="488235"/>
          </a:xfrm>
          <a:prstGeom prst="rect">
            <a:avLst/>
          </a:prstGeom>
          <a:solidFill>
            <a:schemeClr val="lt1"/>
          </a:solid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chemeClr val="lt1"/>
              </a:buClr>
              <a:buSzPts val="1400"/>
              <a:buFont typeface="Arial"/>
              <a:buNone/>
            </a:pPr>
            <a:r>
              <a:rPr lang="en-US" sz="1400" b="1" i="0">
                <a:solidFill>
                  <a:schemeClr val="lt1"/>
                </a:solidFill>
                <a:latin typeface="Times New Roman"/>
                <a:ea typeface="Times New Roman"/>
                <a:cs typeface="Times New Roman"/>
                <a:sym typeface="Times New Roman"/>
              </a:rPr>
              <a:t>Trình bày: ...</a:t>
            </a:r>
            <a:endParaRPr sz="1400" b="1" i="0">
              <a:solidFill>
                <a:schemeClr val="lt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2"/>
          <p:cNvSpPr txBox="1">
            <a:spLocks noGrp="1"/>
          </p:cNvSpPr>
          <p:nvPr>
            <p:ph type="ftr" idx="11"/>
          </p:nvPr>
        </p:nvSpPr>
        <p:spPr>
          <a:xfrm>
            <a:off x="3465443" y="6466114"/>
            <a:ext cx="5261114" cy="25536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Thực hiện bởi Trường Đại học Công nghệ Thông tin, ĐHQG-HCM</a:t>
            </a:r>
            <a:endParaRPr/>
          </a:p>
        </p:txBody>
      </p:sp>
      <p:sp>
        <p:nvSpPr>
          <p:cNvPr id="600" name="Google Shape;600;p2"/>
          <p:cNvSpPr txBox="1">
            <a:spLocks noGrp="1"/>
          </p:cNvSpPr>
          <p:nvPr>
            <p:ph type="sldNum" idx="12"/>
          </p:nvPr>
        </p:nvSpPr>
        <p:spPr>
          <a:xfrm>
            <a:off x="11900400" y="6566400"/>
            <a:ext cx="291600" cy="2916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a:t>
            </a:fld>
            <a:endParaRPr/>
          </a:p>
        </p:txBody>
      </p:sp>
      <p:sp>
        <p:nvSpPr>
          <p:cNvPr id="601" name="Google Shape;601;p2"/>
          <p:cNvSpPr txBox="1">
            <a:spLocks noGrp="1"/>
          </p:cNvSpPr>
          <p:nvPr>
            <p:ph type="body" idx="1"/>
          </p:nvPr>
        </p:nvSpPr>
        <p:spPr>
          <a:xfrm>
            <a:off x="2735144" y="1286346"/>
            <a:ext cx="6721714" cy="4699000"/>
          </a:xfrm>
          <a:prstGeom prst="rect">
            <a:avLst/>
          </a:prstGeom>
          <a:noFill/>
          <a:ln>
            <a:noFill/>
          </a:ln>
        </p:spPr>
        <p:txBody>
          <a:bodyPr spcFirstLastPara="1" wrap="square" lIns="91425" tIns="45700" rIns="91425" bIns="45700" anchor="ctr" anchorCtr="0">
            <a:normAutofit/>
          </a:bodyPr>
          <a:lstStyle/>
          <a:p>
            <a:pPr marL="514350" lvl="0" indent="-514350" algn="just" rtl="0">
              <a:lnSpc>
                <a:spcPct val="130000"/>
              </a:lnSpc>
              <a:spcBef>
                <a:spcPts val="0"/>
              </a:spcBef>
              <a:spcAft>
                <a:spcPts val="0"/>
              </a:spcAft>
              <a:buClr>
                <a:schemeClr val="dk1"/>
              </a:buClr>
              <a:buSzPts val="2400"/>
              <a:buAutoNum type="arabicPeriod"/>
            </a:pPr>
            <a:r>
              <a:rPr lang="en-US" sz="2400"/>
              <a:t>Hiểu được khái niệm và các trạng thái của tiến trình</a:t>
            </a:r>
            <a:endParaRPr/>
          </a:p>
          <a:p>
            <a:pPr marL="514350" lvl="0" indent="-514350" algn="just" rtl="0">
              <a:lnSpc>
                <a:spcPct val="130000"/>
              </a:lnSpc>
              <a:spcBef>
                <a:spcPts val="600"/>
              </a:spcBef>
              <a:spcAft>
                <a:spcPts val="0"/>
              </a:spcAft>
              <a:buClr>
                <a:schemeClr val="dk1"/>
              </a:buClr>
              <a:buSzPts val="2400"/>
              <a:buAutoNum type="arabicPeriod"/>
            </a:pPr>
            <a:r>
              <a:rPr lang="en-US" sz="2400"/>
              <a:t>Biết được các thông số của tiến trình</a:t>
            </a:r>
            <a:endParaRPr/>
          </a:p>
          <a:p>
            <a:pPr marL="514350" lvl="0" indent="-514350" algn="just" rtl="0">
              <a:lnSpc>
                <a:spcPct val="130000"/>
              </a:lnSpc>
              <a:spcBef>
                <a:spcPts val="600"/>
              </a:spcBef>
              <a:spcAft>
                <a:spcPts val="0"/>
              </a:spcAft>
              <a:buClr>
                <a:schemeClr val="dk1"/>
              </a:buClr>
              <a:buSzPts val="2400"/>
              <a:buAutoNum type="arabicPeriod"/>
            </a:pPr>
            <a:r>
              <a:rPr lang="en-US" sz="2400"/>
              <a:t>Biết được các khái niệm về định thời tiến trình</a:t>
            </a:r>
            <a:endParaRPr/>
          </a:p>
          <a:p>
            <a:pPr marL="514350" lvl="0" indent="-514350" algn="just" rtl="0">
              <a:lnSpc>
                <a:spcPct val="130000"/>
              </a:lnSpc>
              <a:spcBef>
                <a:spcPts val="600"/>
              </a:spcBef>
              <a:spcAft>
                <a:spcPts val="0"/>
              </a:spcAft>
              <a:buClr>
                <a:schemeClr val="dk1"/>
              </a:buClr>
              <a:buSzPts val="2400"/>
              <a:buAutoNum type="arabicPeriod"/>
            </a:pPr>
            <a:r>
              <a:rPr lang="en-US" sz="2400"/>
              <a:t>Biết được các tác vụ cơ bản của một tiến trình</a:t>
            </a:r>
            <a:endParaRPr/>
          </a:p>
          <a:p>
            <a:pPr marL="514350" lvl="0" indent="-514350" algn="just" rtl="0">
              <a:lnSpc>
                <a:spcPct val="130000"/>
              </a:lnSpc>
              <a:spcBef>
                <a:spcPts val="600"/>
              </a:spcBef>
              <a:spcAft>
                <a:spcPts val="0"/>
              </a:spcAft>
              <a:buClr>
                <a:schemeClr val="dk1"/>
              </a:buClr>
              <a:buSzPts val="2400"/>
              <a:buAutoNum type="arabicPeriod"/>
            </a:pPr>
            <a:r>
              <a:rPr lang="en-US" sz="2400"/>
              <a:t>Hiểu được cách giao tiếp giữa các tiến trình</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3"/>
          <p:cNvSpPr txBox="1">
            <a:spLocks noGrp="1"/>
          </p:cNvSpPr>
          <p:nvPr>
            <p:ph type="ftr" idx="11"/>
          </p:nvPr>
        </p:nvSpPr>
        <p:spPr>
          <a:xfrm>
            <a:off x="3465443" y="6466114"/>
            <a:ext cx="5261114" cy="25536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Thực hiện bởi Trường Đại học Công nghệ Thông tin, ĐHQG-HCM</a:t>
            </a:r>
            <a:endParaRPr/>
          </a:p>
        </p:txBody>
      </p:sp>
      <p:sp>
        <p:nvSpPr>
          <p:cNvPr id="607" name="Google Shape;607;p3"/>
          <p:cNvSpPr txBox="1">
            <a:spLocks noGrp="1"/>
          </p:cNvSpPr>
          <p:nvPr>
            <p:ph type="sldNum" idx="12"/>
          </p:nvPr>
        </p:nvSpPr>
        <p:spPr>
          <a:xfrm>
            <a:off x="11900400" y="6566400"/>
            <a:ext cx="291600" cy="2916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a:t>
            </a:fld>
            <a:endParaRPr/>
          </a:p>
        </p:txBody>
      </p:sp>
      <p:sp>
        <p:nvSpPr>
          <p:cNvPr id="608" name="Google Shape;608;p3"/>
          <p:cNvSpPr txBox="1">
            <a:spLocks noGrp="1"/>
          </p:cNvSpPr>
          <p:nvPr>
            <p:ph type="body" idx="1"/>
          </p:nvPr>
        </p:nvSpPr>
        <p:spPr>
          <a:xfrm>
            <a:off x="3465442" y="1286346"/>
            <a:ext cx="5261115" cy="4699000"/>
          </a:xfrm>
          <a:prstGeom prst="rect">
            <a:avLst/>
          </a:prstGeom>
          <a:noFill/>
          <a:ln>
            <a:noFill/>
          </a:ln>
        </p:spPr>
        <p:txBody>
          <a:bodyPr spcFirstLastPara="1" wrap="square" lIns="91425" tIns="45700" rIns="91425" bIns="45700" anchor="ctr" anchorCtr="0">
            <a:normAutofit/>
          </a:bodyPr>
          <a:lstStyle/>
          <a:p>
            <a:pPr marL="514350" lvl="0" indent="-514350" algn="just" rtl="0">
              <a:lnSpc>
                <a:spcPct val="130000"/>
              </a:lnSpc>
              <a:spcBef>
                <a:spcPts val="0"/>
              </a:spcBef>
              <a:spcAft>
                <a:spcPts val="0"/>
              </a:spcAft>
              <a:buClr>
                <a:schemeClr val="dk1"/>
              </a:buClr>
              <a:buSzPts val="2400"/>
              <a:buAutoNum type="arabicPeriod"/>
            </a:pPr>
            <a:r>
              <a:rPr lang="en-US" sz="2400"/>
              <a:t>Khái niệm cơ bản</a:t>
            </a:r>
            <a:endParaRPr/>
          </a:p>
          <a:p>
            <a:pPr marL="514350" lvl="0" indent="-514350" algn="just" rtl="0">
              <a:lnSpc>
                <a:spcPct val="130000"/>
              </a:lnSpc>
              <a:spcBef>
                <a:spcPts val="600"/>
              </a:spcBef>
              <a:spcAft>
                <a:spcPts val="0"/>
              </a:spcAft>
              <a:buClr>
                <a:schemeClr val="dk1"/>
              </a:buClr>
              <a:buSzPts val="2400"/>
              <a:buAutoNum type="arabicPeriod"/>
            </a:pPr>
            <a:r>
              <a:rPr lang="en-US" sz="2400"/>
              <a:t>Trạng thái tiến trình</a:t>
            </a:r>
            <a:endParaRPr/>
          </a:p>
          <a:p>
            <a:pPr marL="514350" lvl="0" indent="-514350" algn="just" rtl="0">
              <a:lnSpc>
                <a:spcPct val="130000"/>
              </a:lnSpc>
              <a:spcBef>
                <a:spcPts val="600"/>
              </a:spcBef>
              <a:spcAft>
                <a:spcPts val="0"/>
              </a:spcAft>
              <a:buClr>
                <a:schemeClr val="dk1"/>
              </a:buClr>
              <a:buSzPts val="2400"/>
              <a:buAutoNum type="arabicPeriod"/>
            </a:pPr>
            <a:r>
              <a:rPr lang="en-US" sz="2400"/>
              <a:t>Khối điều khiển tiến trình</a:t>
            </a:r>
            <a:endParaRPr/>
          </a:p>
          <a:p>
            <a:pPr marL="514350" lvl="0" indent="-514350" algn="just" rtl="0">
              <a:lnSpc>
                <a:spcPct val="130000"/>
              </a:lnSpc>
              <a:spcBef>
                <a:spcPts val="600"/>
              </a:spcBef>
              <a:spcAft>
                <a:spcPts val="0"/>
              </a:spcAft>
              <a:buClr>
                <a:schemeClr val="dk1"/>
              </a:buClr>
              <a:buSzPts val="2400"/>
              <a:buAutoNum type="arabicPeriod"/>
            </a:pPr>
            <a:r>
              <a:rPr lang="en-US" sz="2400"/>
              <a:t>Định thời tiến trình</a:t>
            </a:r>
            <a:endParaRPr/>
          </a:p>
          <a:p>
            <a:pPr marL="514350" lvl="0" indent="-514350" algn="just" rtl="0">
              <a:lnSpc>
                <a:spcPct val="130000"/>
              </a:lnSpc>
              <a:spcBef>
                <a:spcPts val="600"/>
              </a:spcBef>
              <a:spcAft>
                <a:spcPts val="0"/>
              </a:spcAft>
              <a:buClr>
                <a:schemeClr val="dk1"/>
              </a:buClr>
              <a:buSzPts val="2400"/>
              <a:buAutoNum type="arabicPeriod"/>
            </a:pPr>
            <a:r>
              <a:rPr lang="en-US" sz="2400"/>
              <a:t>Các tác vụ đối với tiến trình</a:t>
            </a:r>
            <a:endParaRPr/>
          </a:p>
          <a:p>
            <a:pPr marL="514350" lvl="0" indent="-514350" algn="just" rtl="0">
              <a:lnSpc>
                <a:spcPct val="130000"/>
              </a:lnSpc>
              <a:spcBef>
                <a:spcPts val="600"/>
              </a:spcBef>
              <a:spcAft>
                <a:spcPts val="0"/>
              </a:spcAft>
              <a:buClr>
                <a:schemeClr val="dk1"/>
              </a:buClr>
              <a:buSzPts val="2400"/>
              <a:buAutoNum type="arabicPeriod"/>
            </a:pPr>
            <a:r>
              <a:rPr lang="en-US" sz="2400"/>
              <a:t>Sự cộng tác giữa các tiến trình</a:t>
            </a:r>
            <a:endParaRPr/>
          </a:p>
          <a:p>
            <a:pPr marL="514350" lvl="0" indent="-514350" algn="just" rtl="0">
              <a:lnSpc>
                <a:spcPct val="130000"/>
              </a:lnSpc>
              <a:spcBef>
                <a:spcPts val="600"/>
              </a:spcBef>
              <a:spcAft>
                <a:spcPts val="0"/>
              </a:spcAft>
              <a:buClr>
                <a:schemeClr val="dk1"/>
              </a:buClr>
              <a:buSzPts val="2400"/>
              <a:buAutoNum type="arabicPeriod"/>
            </a:pPr>
            <a:r>
              <a:rPr lang="en-US" sz="2400"/>
              <a:t>Giao tiếp giữa các tiến trình</a:t>
            </a:r>
            <a:endParaRPr/>
          </a:p>
          <a:p>
            <a:pPr marL="514350" lvl="0" indent="-514350" algn="just" rtl="0">
              <a:lnSpc>
                <a:spcPct val="130000"/>
              </a:lnSpc>
              <a:spcBef>
                <a:spcPts val="600"/>
              </a:spcBef>
              <a:spcAft>
                <a:spcPts val="0"/>
              </a:spcAft>
              <a:buClr>
                <a:schemeClr val="dk1"/>
              </a:buClr>
              <a:buSzPts val="2400"/>
              <a:buAutoNum type="arabicPeriod"/>
            </a:pPr>
            <a:r>
              <a:rPr lang="en-US" sz="2400"/>
              <a:t>Tiểu trình</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0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0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0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4"/>
          <p:cNvSpPr txBox="1">
            <a:spLocks noGrp="1"/>
          </p:cNvSpPr>
          <p:nvPr>
            <p:ph type="sldNum" idx="12"/>
          </p:nvPr>
        </p:nvSpPr>
        <p:spPr>
          <a:xfrm>
            <a:off x="11899392" y="6542216"/>
            <a:ext cx="292608" cy="31578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a:t>
            </a:fld>
            <a:endParaRPr/>
          </a:p>
        </p:txBody>
      </p:sp>
      <p:sp>
        <p:nvSpPr>
          <p:cNvPr id="614" name="Google Shape;614;p4"/>
          <p:cNvSpPr txBox="1">
            <a:spLocks noGrp="1"/>
          </p:cNvSpPr>
          <p:nvPr>
            <p:ph type="body" idx="1"/>
          </p:nvPr>
        </p:nvSpPr>
        <p:spPr>
          <a:xfrm>
            <a:off x="1470929" y="2095027"/>
            <a:ext cx="7918398" cy="8846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F7FF"/>
              </a:buClr>
              <a:buSzPts val="4400"/>
              <a:buNone/>
            </a:pPr>
            <a:r>
              <a:rPr lang="en-US"/>
              <a:t>KHÁI NIỆM CƠ BẢN</a:t>
            </a:r>
            <a:endParaRPr/>
          </a:p>
        </p:txBody>
      </p:sp>
      <p:sp>
        <p:nvSpPr>
          <p:cNvPr id="615" name="Google Shape;615;p4"/>
          <p:cNvSpPr txBox="1">
            <a:spLocks noGrp="1"/>
          </p:cNvSpPr>
          <p:nvPr>
            <p:ph type="body" idx="2"/>
          </p:nvPr>
        </p:nvSpPr>
        <p:spPr>
          <a:xfrm>
            <a:off x="1470930" y="3169159"/>
            <a:ext cx="8913813" cy="6951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800"/>
              <a:buNone/>
            </a:pPr>
            <a:endParaRPr sz="2800"/>
          </a:p>
        </p:txBody>
      </p:sp>
      <p:sp>
        <p:nvSpPr>
          <p:cNvPr id="616" name="Google Shape;616;p4"/>
          <p:cNvSpPr txBox="1">
            <a:spLocks noGrp="1"/>
          </p:cNvSpPr>
          <p:nvPr>
            <p:ph type="body" idx="3"/>
          </p:nvPr>
        </p:nvSpPr>
        <p:spPr>
          <a:xfrm>
            <a:off x="1470930" y="4137397"/>
            <a:ext cx="7147030" cy="916698"/>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rgbClr val="F2F2F2"/>
              </a:buClr>
              <a:buSzPts val="1000"/>
              <a:buNone/>
            </a:pPr>
            <a:endParaRPr/>
          </a:p>
        </p:txBody>
      </p:sp>
      <p:sp>
        <p:nvSpPr>
          <p:cNvPr id="617" name="Google Shape;617;p4"/>
          <p:cNvSpPr txBox="1">
            <a:spLocks noGrp="1"/>
          </p:cNvSpPr>
          <p:nvPr>
            <p:ph type="body" idx="4"/>
          </p:nvPr>
        </p:nvSpPr>
        <p:spPr>
          <a:xfrm>
            <a:off x="8896576" y="5231902"/>
            <a:ext cx="2521280" cy="1577819"/>
          </a:xfrm>
          <a:prstGeom prst="rect">
            <a:avLst/>
          </a:prstGeom>
          <a:noFill/>
          <a:ln>
            <a:noFill/>
          </a:ln>
        </p:spPr>
        <p:txBody>
          <a:bodyPr spcFirstLastPara="1" wrap="square" lIns="91425" tIns="45700" rIns="91425" bIns="45700" anchor="t" anchorCtr="0">
            <a:normAutofit lnSpcReduction="10000"/>
          </a:bodyPr>
          <a:lstStyle/>
          <a:p>
            <a:pPr marL="0" lvl="0" indent="0" algn="r" rtl="0">
              <a:lnSpc>
                <a:spcPct val="90000"/>
              </a:lnSpc>
              <a:spcBef>
                <a:spcPts val="0"/>
              </a:spcBef>
              <a:spcAft>
                <a:spcPts val="0"/>
              </a:spcAft>
              <a:buClr>
                <a:srgbClr val="00F7FF"/>
              </a:buClr>
              <a:buSzPts val="12000"/>
              <a:buNone/>
            </a:pPr>
            <a:r>
              <a:rPr lang="en-US"/>
              <a:t>1</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5"/>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1. Khái niệm cơ bản</a:t>
            </a:r>
            <a:endParaRPr/>
          </a:p>
        </p:txBody>
      </p:sp>
      <p:sp>
        <p:nvSpPr>
          <p:cNvPr id="623" name="Google Shape;623;p5"/>
          <p:cNvSpPr txBox="1">
            <a:spLocks noGrp="1"/>
          </p:cNvSpPr>
          <p:nvPr>
            <p:ph type="body" idx="1"/>
          </p:nvPr>
        </p:nvSpPr>
        <p:spPr>
          <a:xfrm>
            <a:off x="774145" y="1233824"/>
            <a:ext cx="10579654" cy="3904233"/>
          </a:xfrm>
          <a:prstGeom prst="rect">
            <a:avLst/>
          </a:prstGeom>
          <a:noFill/>
          <a:ln>
            <a:noFill/>
          </a:ln>
        </p:spPr>
        <p:txBody>
          <a:bodyPr spcFirstLastPara="1" wrap="square" lIns="91425" tIns="45700" rIns="91425" bIns="45700" anchor="t" anchorCtr="0">
            <a:normAutofit/>
          </a:bodyPr>
          <a:lstStyle/>
          <a:p>
            <a:pPr marL="228600" lvl="0" indent="-228600" algn="just" rtl="0">
              <a:lnSpc>
                <a:spcPct val="130000"/>
              </a:lnSpc>
              <a:spcBef>
                <a:spcPts val="0"/>
              </a:spcBef>
              <a:spcAft>
                <a:spcPts val="0"/>
              </a:spcAft>
              <a:buClr>
                <a:schemeClr val="dk1"/>
              </a:buClr>
              <a:buSzPts val="2400"/>
              <a:buChar char="•"/>
            </a:pPr>
            <a:r>
              <a:rPr lang="en-US" sz="2400"/>
              <a:t>Một hệ điều hành thực thi </a:t>
            </a:r>
            <a:r>
              <a:rPr lang="en-US" sz="2400" i="1"/>
              <a:t>chương trình </a:t>
            </a:r>
            <a:r>
              <a:rPr lang="en-US" sz="2400"/>
              <a:t>như là một </a:t>
            </a:r>
            <a:r>
              <a:rPr lang="en-US" sz="2400" i="1"/>
              <a:t>tiến trình.</a:t>
            </a:r>
            <a:endParaRPr sz="2400" i="1"/>
          </a:p>
          <a:p>
            <a:pPr marL="228600" lvl="0" indent="-228600" algn="just" rtl="0">
              <a:lnSpc>
                <a:spcPct val="130000"/>
              </a:lnSpc>
              <a:spcBef>
                <a:spcPts val="600"/>
              </a:spcBef>
              <a:spcAft>
                <a:spcPts val="0"/>
              </a:spcAft>
              <a:buClr>
                <a:schemeClr val="dk1"/>
              </a:buClr>
              <a:buSzPts val="2400"/>
              <a:buChar char="•"/>
            </a:pPr>
            <a:r>
              <a:rPr lang="en-US" sz="2400"/>
              <a:t>Tiến trình (process) là gì?</a:t>
            </a:r>
            <a:endParaRPr/>
          </a:p>
          <a:p>
            <a:pPr marL="457200" lvl="1" indent="0" algn="just" rtl="0">
              <a:lnSpc>
                <a:spcPct val="130000"/>
              </a:lnSpc>
              <a:spcBef>
                <a:spcPts val="600"/>
              </a:spcBef>
              <a:spcAft>
                <a:spcPts val="0"/>
              </a:spcAft>
              <a:buClr>
                <a:schemeClr val="dk1"/>
              </a:buClr>
              <a:buSzPts val="2400"/>
              <a:buNone/>
            </a:pPr>
            <a:r>
              <a:rPr lang="en-US" b="1"/>
              <a:t>🡪 Một chương trình đang thực thi</a:t>
            </a:r>
            <a:endParaRPr/>
          </a:p>
          <a:p>
            <a:pPr marL="228600" lvl="0" indent="-228600" algn="just" rtl="0">
              <a:lnSpc>
                <a:spcPct val="130000"/>
              </a:lnSpc>
              <a:spcBef>
                <a:spcPts val="600"/>
              </a:spcBef>
              <a:spcAft>
                <a:spcPts val="0"/>
              </a:spcAft>
              <a:buClr>
                <a:schemeClr val="dk1"/>
              </a:buClr>
              <a:buSzPts val="2400"/>
              <a:buChar char="•"/>
            </a:pPr>
            <a:r>
              <a:rPr lang="en-US" sz="2400"/>
              <a:t>Chương trình là thực thể </a:t>
            </a:r>
            <a:r>
              <a:rPr lang="en-US" sz="2400" b="1"/>
              <a:t>bị động </a:t>
            </a:r>
            <a:r>
              <a:rPr lang="en-US" sz="2400"/>
              <a:t>lưu trên đĩa (tập tin thực thi - executable file); tiến trình là thực thể </a:t>
            </a:r>
            <a:r>
              <a:rPr lang="en-US" sz="2400" b="1"/>
              <a:t>chủ động</a:t>
            </a:r>
            <a:r>
              <a:rPr lang="en-US" sz="2400"/>
              <a:t>. </a:t>
            </a:r>
            <a:endParaRPr/>
          </a:p>
          <a:p>
            <a:pPr marL="228600" lvl="0" indent="-228600" algn="just" rtl="0">
              <a:lnSpc>
                <a:spcPct val="130000"/>
              </a:lnSpc>
              <a:spcBef>
                <a:spcPts val="600"/>
              </a:spcBef>
              <a:spcAft>
                <a:spcPts val="0"/>
              </a:spcAft>
              <a:buClr>
                <a:schemeClr val="dk1"/>
              </a:buClr>
              <a:buSzPts val="2400"/>
              <a:buChar char="•"/>
            </a:pPr>
            <a:r>
              <a:rPr lang="en-US" sz="2400"/>
              <a:t>Chương trình trở thành tiến trình khi một tập tin thực thi được nạp vào bộ nhớ. </a:t>
            </a:r>
            <a:endParaRPr/>
          </a:p>
        </p:txBody>
      </p:sp>
      <p:sp>
        <p:nvSpPr>
          <p:cNvPr id="624" name="Google Shape;624;p5"/>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625" name="Google Shape;625;p5"/>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2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p6"/>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1. Khái niệm cơ bản</a:t>
            </a:r>
            <a:endParaRPr/>
          </a:p>
        </p:txBody>
      </p:sp>
      <p:sp>
        <p:nvSpPr>
          <p:cNvPr id="631" name="Google Shape;631;p6"/>
          <p:cNvSpPr txBox="1">
            <a:spLocks noGrp="1"/>
          </p:cNvSpPr>
          <p:nvPr>
            <p:ph type="body" idx="1"/>
          </p:nvPr>
        </p:nvSpPr>
        <p:spPr>
          <a:xfrm>
            <a:off x="774145" y="1233824"/>
            <a:ext cx="6889398" cy="4943139"/>
          </a:xfrm>
          <a:prstGeom prst="rect">
            <a:avLst/>
          </a:prstGeom>
          <a:noFill/>
          <a:ln>
            <a:noFill/>
          </a:ln>
        </p:spPr>
        <p:txBody>
          <a:bodyPr spcFirstLastPara="1" wrap="square" lIns="91425" tIns="45700" rIns="91425" bIns="45700" anchor="t" anchorCtr="0">
            <a:normAutofit/>
          </a:bodyPr>
          <a:lstStyle/>
          <a:p>
            <a:pPr marL="228600" lvl="0" indent="-228600" algn="just" rtl="0">
              <a:lnSpc>
                <a:spcPct val="130000"/>
              </a:lnSpc>
              <a:spcBef>
                <a:spcPts val="0"/>
              </a:spcBef>
              <a:spcAft>
                <a:spcPts val="0"/>
              </a:spcAft>
              <a:buClr>
                <a:schemeClr val="dk1"/>
              </a:buClr>
              <a:buSzPts val="2800"/>
              <a:buChar char="•"/>
            </a:pPr>
            <a:r>
              <a:rPr lang="en-US"/>
              <a:t>Một tiến trình bao gồm:</a:t>
            </a:r>
            <a:endParaRPr/>
          </a:p>
          <a:p>
            <a:pPr marL="685800" lvl="1" indent="-228600" algn="just" rtl="0">
              <a:lnSpc>
                <a:spcPct val="130000"/>
              </a:lnSpc>
              <a:spcBef>
                <a:spcPts val="600"/>
              </a:spcBef>
              <a:spcAft>
                <a:spcPts val="0"/>
              </a:spcAft>
              <a:buClr>
                <a:schemeClr val="dk1"/>
              </a:buClr>
              <a:buSzPts val="2400"/>
              <a:buChar char="•"/>
            </a:pPr>
            <a:r>
              <a:rPr lang="en-US"/>
              <a:t>Text section (program code)</a:t>
            </a:r>
            <a:endParaRPr/>
          </a:p>
          <a:p>
            <a:pPr marL="685800" lvl="1" indent="-228600" algn="just" rtl="0">
              <a:lnSpc>
                <a:spcPct val="130000"/>
              </a:lnSpc>
              <a:spcBef>
                <a:spcPts val="600"/>
              </a:spcBef>
              <a:spcAft>
                <a:spcPts val="0"/>
              </a:spcAft>
              <a:buClr>
                <a:schemeClr val="dk1"/>
              </a:buClr>
              <a:buSzPts val="2400"/>
              <a:buChar char="•"/>
            </a:pPr>
            <a:r>
              <a:rPr lang="en-US"/>
              <a:t>Data section (chứa global variables)</a:t>
            </a:r>
            <a:endParaRPr/>
          </a:p>
          <a:p>
            <a:pPr marL="685800" lvl="1" indent="-228600" algn="just" rtl="0">
              <a:lnSpc>
                <a:spcPct val="130000"/>
              </a:lnSpc>
              <a:spcBef>
                <a:spcPts val="600"/>
              </a:spcBef>
              <a:spcAft>
                <a:spcPts val="0"/>
              </a:spcAft>
              <a:buClr>
                <a:schemeClr val="dk1"/>
              </a:buClr>
              <a:buSzPts val="2400"/>
              <a:buChar char="•"/>
            </a:pPr>
            <a:r>
              <a:rPr lang="en-US"/>
              <a:t>Program counter, processor registers</a:t>
            </a:r>
            <a:endParaRPr/>
          </a:p>
          <a:p>
            <a:pPr marL="685800" lvl="1" indent="-228600" algn="just" rtl="0">
              <a:lnSpc>
                <a:spcPct val="130000"/>
              </a:lnSpc>
              <a:spcBef>
                <a:spcPts val="600"/>
              </a:spcBef>
              <a:spcAft>
                <a:spcPts val="0"/>
              </a:spcAft>
              <a:buClr>
                <a:schemeClr val="dk1"/>
              </a:buClr>
              <a:buSzPts val="2400"/>
              <a:buChar char="•"/>
            </a:pPr>
            <a:r>
              <a:rPr lang="en-US"/>
              <a:t>Heap section (chứa bộ nhớ cấp phát động)</a:t>
            </a:r>
            <a:endParaRPr/>
          </a:p>
          <a:p>
            <a:pPr marL="685800" lvl="1" indent="-228600" algn="just" rtl="0">
              <a:lnSpc>
                <a:spcPct val="130000"/>
              </a:lnSpc>
              <a:spcBef>
                <a:spcPts val="600"/>
              </a:spcBef>
              <a:spcAft>
                <a:spcPts val="0"/>
              </a:spcAft>
              <a:buClr>
                <a:schemeClr val="dk1"/>
              </a:buClr>
              <a:buSzPts val="2400"/>
              <a:buChar char="•"/>
            </a:pPr>
            <a:r>
              <a:rPr lang="en-US"/>
              <a:t>Stack section (chứa dữ liệu tạm thời)</a:t>
            </a:r>
            <a:endParaRPr/>
          </a:p>
          <a:p>
            <a:pPr marL="1143000" lvl="2" indent="-228600" algn="just" rtl="0">
              <a:lnSpc>
                <a:spcPct val="130000"/>
              </a:lnSpc>
              <a:spcBef>
                <a:spcPts val="600"/>
              </a:spcBef>
              <a:spcAft>
                <a:spcPts val="0"/>
              </a:spcAft>
              <a:buClr>
                <a:schemeClr val="dk1"/>
              </a:buClr>
              <a:buSzPts val="2000"/>
              <a:buChar char="•"/>
            </a:pPr>
            <a:r>
              <a:rPr lang="en-US"/>
              <a:t>Function parameters</a:t>
            </a:r>
            <a:endParaRPr/>
          </a:p>
          <a:p>
            <a:pPr marL="1143000" lvl="2" indent="-228600" algn="just" rtl="0">
              <a:lnSpc>
                <a:spcPct val="130000"/>
              </a:lnSpc>
              <a:spcBef>
                <a:spcPts val="600"/>
              </a:spcBef>
              <a:spcAft>
                <a:spcPts val="0"/>
              </a:spcAft>
              <a:buClr>
                <a:schemeClr val="dk1"/>
              </a:buClr>
              <a:buSzPts val="2000"/>
              <a:buChar char="•"/>
            </a:pPr>
            <a:r>
              <a:rPr lang="en-US"/>
              <a:t>Return address</a:t>
            </a:r>
            <a:endParaRPr/>
          </a:p>
          <a:p>
            <a:pPr marL="1143000" lvl="2" indent="-228600" algn="just" rtl="0">
              <a:lnSpc>
                <a:spcPct val="130000"/>
              </a:lnSpc>
              <a:spcBef>
                <a:spcPts val="600"/>
              </a:spcBef>
              <a:spcAft>
                <a:spcPts val="0"/>
              </a:spcAft>
              <a:buClr>
                <a:schemeClr val="dk1"/>
              </a:buClr>
              <a:buSzPts val="2000"/>
              <a:buChar char="•"/>
            </a:pPr>
            <a:r>
              <a:rPr lang="en-US"/>
              <a:t>Local variables </a:t>
            </a:r>
            <a:endParaRPr/>
          </a:p>
          <a:p>
            <a:pPr marL="228600" lvl="0" indent="-50800" algn="just" rtl="0">
              <a:lnSpc>
                <a:spcPct val="130000"/>
              </a:lnSpc>
              <a:spcBef>
                <a:spcPts val="600"/>
              </a:spcBef>
              <a:spcAft>
                <a:spcPts val="0"/>
              </a:spcAft>
              <a:buClr>
                <a:schemeClr val="dk1"/>
              </a:buClr>
              <a:buSzPts val="2800"/>
              <a:buNone/>
            </a:pPr>
            <a:endParaRPr/>
          </a:p>
        </p:txBody>
      </p:sp>
      <p:sp>
        <p:nvSpPr>
          <p:cNvPr id="632" name="Google Shape;632;p6"/>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633" name="Google Shape;633;p6"/>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6</a:t>
            </a:fld>
            <a:endParaRPr/>
          </a:p>
        </p:txBody>
      </p:sp>
      <p:pic>
        <p:nvPicPr>
          <p:cNvPr id="634" name="Google Shape;634;p6"/>
          <p:cNvPicPr preferRelativeResize="0"/>
          <p:nvPr/>
        </p:nvPicPr>
        <p:blipFill rotWithShape="1">
          <a:blip r:embed="rId3">
            <a:alphaModFix/>
          </a:blip>
          <a:srcRect/>
          <a:stretch/>
        </p:blipFill>
        <p:spPr>
          <a:xfrm>
            <a:off x="8077201" y="697607"/>
            <a:ext cx="3534180" cy="4931090"/>
          </a:xfrm>
          <a:prstGeom prst="rect">
            <a:avLst/>
          </a:prstGeom>
          <a:noFill/>
          <a:ln>
            <a:noFill/>
          </a:ln>
        </p:spPr>
      </p:pic>
      <p:sp>
        <p:nvSpPr>
          <p:cNvPr id="635" name="Google Shape;635;p6"/>
          <p:cNvSpPr/>
          <p:nvPr/>
        </p:nvSpPr>
        <p:spPr>
          <a:xfrm>
            <a:off x="7814369" y="5628697"/>
            <a:ext cx="3813865" cy="369332"/>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en-US" sz="1800" b="0" i="0" u="none" strike="noStrike" cap="none">
                <a:solidFill>
                  <a:schemeClr val="dk1"/>
                </a:solidFill>
                <a:latin typeface="Calibri"/>
                <a:ea typeface="Calibri"/>
                <a:cs typeface="Calibri"/>
                <a:sym typeface="Calibri"/>
              </a:rPr>
              <a:t>Layout của tiến trình trong bộ nhớ</a:t>
            </a: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3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3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3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3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3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3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7"/>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1. Khái niệm cơ bản</a:t>
            </a:r>
            <a:endParaRPr/>
          </a:p>
        </p:txBody>
      </p:sp>
      <p:sp>
        <p:nvSpPr>
          <p:cNvPr id="641" name="Google Shape;641;p7"/>
          <p:cNvSpPr txBox="1">
            <a:spLocks noGrp="1"/>
          </p:cNvSpPr>
          <p:nvPr>
            <p:ph type="body" idx="1"/>
          </p:nvPr>
        </p:nvSpPr>
        <p:spPr>
          <a:xfrm>
            <a:off x="904774" y="1233824"/>
            <a:ext cx="6386685" cy="494751"/>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t" anchorCtr="0">
            <a:spAutoFit/>
          </a:bodyPr>
          <a:lstStyle/>
          <a:p>
            <a:pPr marL="0" lvl="0" indent="0" algn="l" rtl="0">
              <a:lnSpc>
                <a:spcPct val="120000"/>
              </a:lnSpc>
              <a:spcBef>
                <a:spcPts val="0"/>
              </a:spcBef>
              <a:spcAft>
                <a:spcPts val="0"/>
              </a:spcAft>
              <a:buClr>
                <a:schemeClr val="lt1"/>
              </a:buClr>
              <a:buSzPts val="2400"/>
              <a:buNone/>
            </a:pPr>
            <a:r>
              <a:rPr lang="en-US" sz="2400" b="1">
                <a:solidFill>
                  <a:schemeClr val="lt1"/>
                </a:solidFill>
              </a:rPr>
              <a:t>Các bước nạp chương trình vào bộ nhớ:</a:t>
            </a:r>
            <a:endParaRPr sz="2400" b="1">
              <a:solidFill>
                <a:schemeClr val="lt1"/>
              </a:solidFill>
            </a:endParaRPr>
          </a:p>
        </p:txBody>
      </p:sp>
      <p:sp>
        <p:nvSpPr>
          <p:cNvPr id="642" name="Google Shape;642;p7"/>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643" name="Google Shape;643;p7"/>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7</a:t>
            </a:fld>
            <a:endParaRPr/>
          </a:p>
        </p:txBody>
      </p:sp>
      <p:graphicFrame>
        <p:nvGraphicFramePr>
          <p:cNvPr id="644" name="Google Shape;644;p7"/>
          <p:cNvGraphicFramePr/>
          <p:nvPr/>
        </p:nvGraphicFramePr>
        <p:xfrm>
          <a:off x="1932781" y="2569028"/>
          <a:ext cx="8326438" cy="3352800"/>
        </p:xfrm>
        <a:graphic>
          <a:graphicData uri="http://schemas.openxmlformats.org/presentationml/2006/ole">
            <mc:AlternateContent xmlns:mc="http://schemas.openxmlformats.org/markup-compatibility/2006">
              <mc:Choice xmlns:v="urn:schemas-microsoft-com:vml" Requires="v">
                <p:oleObj r:id="rId3" imgW="8326438" imgH="3352800" progId="Adobe.Illustrator.7">
                  <p:embed/>
                </p:oleObj>
              </mc:Choice>
              <mc:Fallback>
                <p:oleObj r:id="rId3" imgW="8326438" imgH="3352800" progId="Adobe.Illustrator.7">
                  <p:embed/>
                  <p:pic>
                    <p:nvPicPr>
                      <p:cNvPr id="644" name="Google Shape;644;p7"/>
                      <p:cNvPicPr preferRelativeResize="0"/>
                      <p:nvPr/>
                    </p:nvPicPr>
                    <p:blipFill rotWithShape="1">
                      <a:blip r:embed="rId4">
                        <a:alphaModFix/>
                      </a:blip>
                      <a:srcRect/>
                      <a:stretch/>
                    </p:blipFill>
                    <p:spPr>
                      <a:xfrm>
                        <a:off x="1932781" y="2569028"/>
                        <a:ext cx="8326438" cy="3352800"/>
                      </a:xfrm>
                      <a:prstGeom prst="rect">
                        <a:avLst/>
                      </a:prstGeom>
                      <a:noFill/>
                      <a:ln>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8"/>
          <p:cNvSpPr txBox="1">
            <a:spLocks noGrp="1"/>
          </p:cNvSpPr>
          <p:nvPr>
            <p:ph type="title"/>
          </p:nvPr>
        </p:nvSpPr>
        <p:spPr>
          <a:xfrm>
            <a:off x="915659" y="1092193"/>
            <a:ext cx="5934638" cy="494751"/>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ctr" anchorCtr="0">
            <a:spAutoFit/>
          </a:bodyPr>
          <a:lstStyle/>
          <a:p>
            <a:pPr marL="0" lvl="0" indent="0" algn="l" rtl="0">
              <a:lnSpc>
                <a:spcPct val="12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Layout bộ nhớ của một chương trình C</a:t>
            </a:r>
            <a:endParaRPr sz="2400">
              <a:solidFill>
                <a:schemeClr val="lt1"/>
              </a:solidFill>
              <a:latin typeface="Arial"/>
              <a:ea typeface="Arial"/>
              <a:cs typeface="Arial"/>
              <a:sym typeface="Arial"/>
            </a:endParaRPr>
          </a:p>
        </p:txBody>
      </p:sp>
      <p:pic>
        <p:nvPicPr>
          <p:cNvPr id="650" name="Google Shape;650;p8" descr="A close up of a map&#10;&#10;Description automatically generated"/>
          <p:cNvPicPr preferRelativeResize="0">
            <a:picLocks noGrp="1"/>
          </p:cNvPicPr>
          <p:nvPr>
            <p:ph type="body" idx="1"/>
          </p:nvPr>
        </p:nvPicPr>
        <p:blipFill rotWithShape="1">
          <a:blip r:embed="rId3">
            <a:alphaModFix/>
          </a:blip>
          <a:srcRect/>
          <a:stretch/>
        </p:blipFill>
        <p:spPr>
          <a:xfrm>
            <a:off x="1796143" y="1990040"/>
            <a:ext cx="8599714" cy="4082484"/>
          </a:xfrm>
          <a:prstGeom prst="rect">
            <a:avLst/>
          </a:prstGeom>
          <a:solidFill>
            <a:srgbClr val="FFFFFF"/>
          </a:solidFill>
          <a:ln>
            <a:noFill/>
          </a:ln>
        </p:spPr>
      </p:pic>
      <p:sp>
        <p:nvSpPr>
          <p:cNvPr id="651" name="Google Shape;651;p8"/>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652" name="Google Shape;652;p8"/>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8</a:t>
            </a:fld>
            <a:endParaRPr/>
          </a:p>
        </p:txBody>
      </p:sp>
      <p:sp>
        <p:nvSpPr>
          <p:cNvPr id="653" name="Google Shape;653;p8"/>
          <p:cNvSpPr txBox="1"/>
          <p:nvPr/>
        </p:nvSpPr>
        <p:spPr>
          <a:xfrm>
            <a:off x="774145" y="223964"/>
            <a:ext cx="10579655" cy="785896"/>
          </a:xfrm>
          <a:prstGeom prst="rect">
            <a:avLst/>
          </a:prstGeom>
          <a:noFill/>
          <a:ln>
            <a:noFill/>
          </a:ln>
        </p:spPr>
        <p:txBody>
          <a:bodyPr spcFirstLastPara="1" wrap="square" lIns="91425" tIns="45700" rIns="91425" bIns="45700" anchor="ctr" anchorCtr="0">
            <a:normAutofit fontScale="97500" lnSpcReduction="10000"/>
          </a:bodyPr>
          <a:lstStyle/>
          <a:p>
            <a:pPr marL="0" marR="0" lvl="0" indent="0" algn="l" rtl="0">
              <a:lnSpc>
                <a:spcPct val="120000"/>
              </a:lnSpc>
              <a:spcBef>
                <a:spcPts val="0"/>
              </a:spcBef>
              <a:spcAft>
                <a:spcPts val="0"/>
              </a:spcAft>
              <a:buClr>
                <a:srgbClr val="0072FF"/>
              </a:buClr>
              <a:buSzPct val="100000"/>
              <a:buFont typeface="Times New Roman"/>
              <a:buNone/>
            </a:pPr>
            <a:r>
              <a:rPr lang="en-US" sz="4400" b="1">
                <a:solidFill>
                  <a:srgbClr val="0072FF"/>
                </a:solidFill>
                <a:latin typeface="Times New Roman"/>
                <a:ea typeface="Times New Roman"/>
                <a:cs typeface="Times New Roman"/>
                <a:sym typeface="Times New Roman"/>
              </a:rPr>
              <a:t>1. Khái niệm cơ bản</a:t>
            </a:r>
            <a:endParaRPr sz="4400" b="1">
              <a:solidFill>
                <a:srgbClr val="0072FF"/>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p9"/>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1. Khái niệm cơ bản</a:t>
            </a:r>
            <a:endParaRPr/>
          </a:p>
        </p:txBody>
      </p:sp>
      <p:sp>
        <p:nvSpPr>
          <p:cNvPr id="659" name="Google Shape;659;p9"/>
          <p:cNvSpPr txBox="1">
            <a:spLocks noGrp="1"/>
          </p:cNvSpPr>
          <p:nvPr>
            <p:ph type="body" idx="1"/>
          </p:nvPr>
        </p:nvSpPr>
        <p:spPr>
          <a:xfrm>
            <a:off x="774145" y="1233824"/>
            <a:ext cx="10579654" cy="3534119"/>
          </a:xfrm>
          <a:prstGeom prst="rect">
            <a:avLst/>
          </a:prstGeom>
          <a:noFill/>
          <a:ln>
            <a:noFill/>
          </a:ln>
        </p:spPr>
        <p:txBody>
          <a:bodyPr spcFirstLastPara="1" wrap="square" lIns="91425" tIns="45700" rIns="91425" bIns="45700" anchor="t" anchorCtr="0">
            <a:normAutofit/>
          </a:bodyPr>
          <a:lstStyle/>
          <a:p>
            <a:pPr marL="228600" lvl="0" indent="-228600" algn="just" rtl="0">
              <a:lnSpc>
                <a:spcPct val="130000"/>
              </a:lnSpc>
              <a:spcBef>
                <a:spcPts val="0"/>
              </a:spcBef>
              <a:spcAft>
                <a:spcPts val="0"/>
              </a:spcAft>
              <a:buClr>
                <a:schemeClr val="dk1"/>
              </a:buClr>
              <a:buSzPts val="2800"/>
              <a:buChar char="•"/>
            </a:pPr>
            <a:r>
              <a:rPr lang="en-US"/>
              <a:t>Các bước khởi tạo tiến trình:</a:t>
            </a:r>
            <a:endParaRPr/>
          </a:p>
          <a:p>
            <a:pPr marL="685800" lvl="1" indent="-228600" algn="just" rtl="0">
              <a:lnSpc>
                <a:spcPct val="130000"/>
              </a:lnSpc>
              <a:spcBef>
                <a:spcPts val="600"/>
              </a:spcBef>
              <a:spcAft>
                <a:spcPts val="0"/>
              </a:spcAft>
              <a:buClr>
                <a:schemeClr val="dk1"/>
              </a:buClr>
              <a:buSzPts val="2400"/>
              <a:buChar char="•"/>
            </a:pPr>
            <a:r>
              <a:rPr lang="en-US"/>
              <a:t>Cấp phát một định danh duy nhất cho tiến trình.</a:t>
            </a:r>
            <a:endParaRPr/>
          </a:p>
          <a:p>
            <a:pPr marL="685800" lvl="1" indent="-228600" algn="just" rtl="0">
              <a:lnSpc>
                <a:spcPct val="130000"/>
              </a:lnSpc>
              <a:spcBef>
                <a:spcPts val="600"/>
              </a:spcBef>
              <a:spcAft>
                <a:spcPts val="0"/>
              </a:spcAft>
              <a:buClr>
                <a:schemeClr val="dk1"/>
              </a:buClr>
              <a:buSzPts val="2400"/>
              <a:buChar char="•"/>
            </a:pPr>
            <a:r>
              <a:rPr lang="en-US"/>
              <a:t>Cấp phát không gian nhớ để nạp tiến trình.</a:t>
            </a:r>
            <a:endParaRPr/>
          </a:p>
          <a:p>
            <a:pPr marL="685800" lvl="1" indent="-228600" algn="just" rtl="0">
              <a:lnSpc>
                <a:spcPct val="130000"/>
              </a:lnSpc>
              <a:spcBef>
                <a:spcPts val="600"/>
              </a:spcBef>
              <a:spcAft>
                <a:spcPts val="0"/>
              </a:spcAft>
              <a:buClr>
                <a:schemeClr val="dk1"/>
              </a:buClr>
              <a:buSzPts val="2400"/>
              <a:buChar char="•"/>
            </a:pPr>
            <a:r>
              <a:rPr lang="en-US"/>
              <a:t>Khởi tạo khối dữ liệu Process Control Block (PCB) cho tiến trình.</a:t>
            </a:r>
            <a:endParaRPr/>
          </a:p>
          <a:p>
            <a:pPr marL="685800" lvl="1" indent="-228600" algn="just" rtl="0">
              <a:lnSpc>
                <a:spcPct val="130000"/>
              </a:lnSpc>
              <a:spcBef>
                <a:spcPts val="600"/>
              </a:spcBef>
              <a:spcAft>
                <a:spcPts val="0"/>
              </a:spcAft>
              <a:buClr>
                <a:schemeClr val="dk1"/>
              </a:buClr>
              <a:buSzPts val="2400"/>
              <a:buChar char="•"/>
            </a:pPr>
            <a:r>
              <a:rPr lang="en-US"/>
              <a:t>Thiết lập các mối liên hệ cần thiết (ví dụ: sắp PCB vào hàng đợi định thời, …).</a:t>
            </a:r>
            <a:endParaRPr/>
          </a:p>
        </p:txBody>
      </p:sp>
      <p:sp>
        <p:nvSpPr>
          <p:cNvPr id="660" name="Google Shape;660;p9"/>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661" name="Google Shape;661;p9"/>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9</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10"/>
          <p:cNvSpPr txBox="1">
            <a:spLocks noGrp="1"/>
          </p:cNvSpPr>
          <p:nvPr>
            <p:ph type="sldNum" idx="12"/>
          </p:nvPr>
        </p:nvSpPr>
        <p:spPr>
          <a:xfrm>
            <a:off x="11899392" y="6542216"/>
            <a:ext cx="292608" cy="31578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10</a:t>
            </a:fld>
            <a:endParaRPr/>
          </a:p>
        </p:txBody>
      </p:sp>
      <p:sp>
        <p:nvSpPr>
          <p:cNvPr id="667" name="Google Shape;667;p10"/>
          <p:cNvSpPr txBox="1">
            <a:spLocks noGrp="1"/>
          </p:cNvSpPr>
          <p:nvPr>
            <p:ph type="body" idx="1"/>
          </p:nvPr>
        </p:nvSpPr>
        <p:spPr>
          <a:xfrm>
            <a:off x="1470929" y="2095027"/>
            <a:ext cx="7918398" cy="8846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F7FF"/>
              </a:buClr>
              <a:buSzPts val="4400"/>
              <a:buNone/>
            </a:pPr>
            <a:r>
              <a:rPr lang="en-US"/>
              <a:t>TRẠNG THÁI TIẾN TRÌNH</a:t>
            </a:r>
            <a:endParaRPr/>
          </a:p>
        </p:txBody>
      </p:sp>
      <p:sp>
        <p:nvSpPr>
          <p:cNvPr id="668" name="Google Shape;668;p10"/>
          <p:cNvSpPr txBox="1">
            <a:spLocks noGrp="1"/>
          </p:cNvSpPr>
          <p:nvPr>
            <p:ph type="body" idx="2"/>
          </p:nvPr>
        </p:nvSpPr>
        <p:spPr>
          <a:xfrm>
            <a:off x="1470930" y="3169159"/>
            <a:ext cx="8913813" cy="6951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800"/>
              <a:buNone/>
            </a:pPr>
            <a:endParaRPr sz="2800"/>
          </a:p>
        </p:txBody>
      </p:sp>
      <p:sp>
        <p:nvSpPr>
          <p:cNvPr id="669" name="Google Shape;669;p10"/>
          <p:cNvSpPr txBox="1">
            <a:spLocks noGrp="1"/>
          </p:cNvSpPr>
          <p:nvPr>
            <p:ph type="body" idx="3"/>
          </p:nvPr>
        </p:nvSpPr>
        <p:spPr>
          <a:xfrm>
            <a:off x="1470930" y="4137397"/>
            <a:ext cx="7147030" cy="916698"/>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rgbClr val="F2F2F2"/>
              </a:buClr>
              <a:buSzPts val="1000"/>
              <a:buNone/>
            </a:pPr>
            <a:endParaRPr/>
          </a:p>
        </p:txBody>
      </p:sp>
      <p:sp>
        <p:nvSpPr>
          <p:cNvPr id="670" name="Google Shape;670;p10"/>
          <p:cNvSpPr txBox="1">
            <a:spLocks noGrp="1"/>
          </p:cNvSpPr>
          <p:nvPr>
            <p:ph type="body" idx="4"/>
          </p:nvPr>
        </p:nvSpPr>
        <p:spPr>
          <a:xfrm>
            <a:off x="8896576" y="5231902"/>
            <a:ext cx="2521280" cy="1577819"/>
          </a:xfrm>
          <a:prstGeom prst="rect">
            <a:avLst/>
          </a:prstGeom>
          <a:noFill/>
          <a:ln>
            <a:noFill/>
          </a:ln>
        </p:spPr>
        <p:txBody>
          <a:bodyPr spcFirstLastPara="1" wrap="square" lIns="91425" tIns="45700" rIns="91425" bIns="45700" anchor="t" anchorCtr="0">
            <a:normAutofit lnSpcReduction="10000"/>
          </a:bodyPr>
          <a:lstStyle/>
          <a:p>
            <a:pPr marL="0" lvl="0" indent="0" algn="r" rtl="0">
              <a:lnSpc>
                <a:spcPct val="90000"/>
              </a:lnSpc>
              <a:spcBef>
                <a:spcPts val="0"/>
              </a:spcBef>
              <a:spcAft>
                <a:spcPts val="0"/>
              </a:spcAft>
              <a:buClr>
                <a:srgbClr val="00F7FF"/>
              </a:buClr>
              <a:buSzPts val="12000"/>
              <a:buNone/>
            </a:pPr>
            <a:r>
              <a:rPr lang="en-US"/>
              <a:t>2</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11"/>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2. Trạng thái tiến trình</a:t>
            </a:r>
            <a:endParaRPr/>
          </a:p>
        </p:txBody>
      </p:sp>
      <p:sp>
        <p:nvSpPr>
          <p:cNvPr id="676" name="Google Shape;676;p11"/>
          <p:cNvSpPr txBox="1">
            <a:spLocks noGrp="1"/>
          </p:cNvSpPr>
          <p:nvPr>
            <p:ph type="body" idx="1"/>
          </p:nvPr>
        </p:nvSpPr>
        <p:spPr>
          <a:xfrm>
            <a:off x="774145" y="1233824"/>
            <a:ext cx="10579654" cy="4943139"/>
          </a:xfrm>
          <a:prstGeom prst="rect">
            <a:avLst/>
          </a:prstGeom>
          <a:noFill/>
          <a:ln>
            <a:noFill/>
          </a:ln>
        </p:spPr>
        <p:txBody>
          <a:bodyPr spcFirstLastPara="1" wrap="square" lIns="91425" tIns="45700" rIns="91425" bIns="45700" anchor="t" anchorCtr="0">
            <a:normAutofit/>
          </a:bodyPr>
          <a:lstStyle/>
          <a:p>
            <a:pPr marL="228600" lvl="0" indent="-228600" algn="just" rtl="0">
              <a:lnSpc>
                <a:spcPct val="150000"/>
              </a:lnSpc>
              <a:spcBef>
                <a:spcPts val="0"/>
              </a:spcBef>
              <a:spcAft>
                <a:spcPts val="0"/>
              </a:spcAft>
              <a:buClr>
                <a:srgbClr val="0072FF"/>
              </a:buClr>
              <a:buSzPts val="2800"/>
              <a:buChar char="•"/>
            </a:pPr>
            <a:r>
              <a:rPr lang="en-US" b="1">
                <a:solidFill>
                  <a:srgbClr val="0072FF"/>
                </a:solidFill>
              </a:rPr>
              <a:t>new</a:t>
            </a:r>
            <a:r>
              <a:rPr lang="en-US"/>
              <a:t>: tiến trình vừa được tạo</a:t>
            </a:r>
            <a:endParaRPr/>
          </a:p>
          <a:p>
            <a:pPr marL="228600" lvl="0" indent="-228600" algn="just" rtl="0">
              <a:lnSpc>
                <a:spcPct val="150000"/>
              </a:lnSpc>
              <a:spcBef>
                <a:spcPts val="600"/>
              </a:spcBef>
              <a:spcAft>
                <a:spcPts val="0"/>
              </a:spcAft>
              <a:buClr>
                <a:srgbClr val="0072FF"/>
              </a:buClr>
              <a:buSzPts val="2800"/>
              <a:buChar char="•"/>
            </a:pPr>
            <a:r>
              <a:rPr lang="en-US" b="1">
                <a:solidFill>
                  <a:srgbClr val="0072FF"/>
                </a:solidFill>
              </a:rPr>
              <a:t>ready</a:t>
            </a:r>
            <a:r>
              <a:rPr lang="en-US"/>
              <a:t>: tiến trình đã có đủ tài nguyên, chỉ còn cần CPU</a:t>
            </a:r>
            <a:endParaRPr/>
          </a:p>
          <a:p>
            <a:pPr marL="228600" lvl="0" indent="-228600" algn="just" rtl="0">
              <a:lnSpc>
                <a:spcPct val="150000"/>
              </a:lnSpc>
              <a:spcBef>
                <a:spcPts val="600"/>
              </a:spcBef>
              <a:spcAft>
                <a:spcPts val="0"/>
              </a:spcAft>
              <a:buClr>
                <a:srgbClr val="0072FF"/>
              </a:buClr>
              <a:buSzPts val="2800"/>
              <a:buChar char="•"/>
            </a:pPr>
            <a:r>
              <a:rPr lang="en-US" b="1">
                <a:solidFill>
                  <a:srgbClr val="0072FF"/>
                </a:solidFill>
              </a:rPr>
              <a:t>running</a:t>
            </a:r>
            <a:r>
              <a:rPr lang="en-US"/>
              <a:t>: các lệnh của tiến trình đang được thực thi</a:t>
            </a:r>
            <a:endParaRPr/>
          </a:p>
          <a:p>
            <a:pPr marL="228600" lvl="0" indent="-228600" algn="just" rtl="0">
              <a:lnSpc>
                <a:spcPct val="150000"/>
              </a:lnSpc>
              <a:spcBef>
                <a:spcPts val="600"/>
              </a:spcBef>
              <a:spcAft>
                <a:spcPts val="0"/>
              </a:spcAft>
              <a:buClr>
                <a:srgbClr val="0072FF"/>
              </a:buClr>
              <a:buSzPts val="2800"/>
              <a:buChar char="•"/>
            </a:pPr>
            <a:r>
              <a:rPr lang="en-US" b="1">
                <a:solidFill>
                  <a:srgbClr val="0072FF"/>
                </a:solidFill>
              </a:rPr>
              <a:t>waiting </a:t>
            </a:r>
            <a:r>
              <a:rPr lang="en-US"/>
              <a:t>(hay </a:t>
            </a:r>
            <a:r>
              <a:rPr lang="en-US" b="1">
                <a:solidFill>
                  <a:srgbClr val="0072FF"/>
                </a:solidFill>
              </a:rPr>
              <a:t>blocked</a:t>
            </a:r>
            <a:r>
              <a:rPr lang="en-US"/>
              <a:t>): tiến trình đợi I/O hoàn tất, hoặc đợi tín hiệu</a:t>
            </a:r>
            <a:endParaRPr/>
          </a:p>
          <a:p>
            <a:pPr marL="228600" lvl="0" indent="-228600" algn="just" rtl="0">
              <a:lnSpc>
                <a:spcPct val="150000"/>
              </a:lnSpc>
              <a:spcBef>
                <a:spcPts val="600"/>
              </a:spcBef>
              <a:spcAft>
                <a:spcPts val="0"/>
              </a:spcAft>
              <a:buClr>
                <a:srgbClr val="0072FF"/>
              </a:buClr>
              <a:buSzPts val="2800"/>
              <a:buChar char="•"/>
            </a:pPr>
            <a:r>
              <a:rPr lang="en-US" b="1">
                <a:solidFill>
                  <a:srgbClr val="0072FF"/>
                </a:solidFill>
              </a:rPr>
              <a:t>terminated</a:t>
            </a:r>
            <a:r>
              <a:rPr lang="en-US"/>
              <a:t>: tiến trình đã kết thúc</a:t>
            </a:r>
            <a:endParaRPr/>
          </a:p>
        </p:txBody>
      </p:sp>
      <p:sp>
        <p:nvSpPr>
          <p:cNvPr id="677" name="Google Shape;677;p11"/>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678" name="Google Shape;678;p11"/>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12"/>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2. Trạng thái tiến trình</a:t>
            </a:r>
            <a:endParaRPr/>
          </a:p>
        </p:txBody>
      </p:sp>
      <p:sp>
        <p:nvSpPr>
          <p:cNvPr id="684" name="Google Shape;684;p12"/>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685" name="Google Shape;685;p12"/>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12</a:t>
            </a:fld>
            <a:endParaRPr/>
          </a:p>
        </p:txBody>
      </p:sp>
      <p:sp>
        <p:nvSpPr>
          <p:cNvPr id="686" name="Google Shape;686;p12"/>
          <p:cNvSpPr txBox="1"/>
          <p:nvPr/>
        </p:nvSpPr>
        <p:spPr>
          <a:xfrm>
            <a:off x="2740755" y="5783538"/>
            <a:ext cx="6710491" cy="494751"/>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ctr" anchorCtr="0">
            <a:spAutoFit/>
          </a:bodyPr>
          <a:lstStyle/>
          <a:p>
            <a:pPr marL="0" marR="0" lvl="0" indent="0" algn="ctr" rtl="0">
              <a:lnSpc>
                <a:spcPct val="120000"/>
              </a:lnSpc>
              <a:spcBef>
                <a:spcPts val="0"/>
              </a:spcBef>
              <a:spcAft>
                <a:spcPts val="0"/>
              </a:spcAft>
              <a:buClr>
                <a:schemeClr val="lt1"/>
              </a:buClr>
              <a:buSzPts val="2400"/>
              <a:buFont typeface="Arial"/>
              <a:buNone/>
            </a:pPr>
            <a:r>
              <a:rPr lang="en-US" sz="2400" b="1">
                <a:solidFill>
                  <a:schemeClr val="lt1"/>
                </a:solidFill>
                <a:latin typeface="Arial"/>
                <a:ea typeface="Arial"/>
                <a:cs typeface="Arial"/>
                <a:sym typeface="Arial"/>
              </a:rPr>
              <a:t>Chuyển đổi giữa các trạng thái của tiến trình</a:t>
            </a:r>
            <a:endParaRPr sz="2400" b="1">
              <a:solidFill>
                <a:schemeClr val="lt1"/>
              </a:solidFill>
              <a:latin typeface="Arial"/>
              <a:ea typeface="Arial"/>
              <a:cs typeface="Arial"/>
              <a:sym typeface="Arial"/>
            </a:endParaRPr>
          </a:p>
        </p:txBody>
      </p:sp>
      <p:sp>
        <p:nvSpPr>
          <p:cNvPr id="687" name="Google Shape;687;p12"/>
          <p:cNvSpPr/>
          <p:nvPr/>
        </p:nvSpPr>
        <p:spPr>
          <a:xfrm>
            <a:off x="3827463" y="2438401"/>
            <a:ext cx="1446212" cy="944563"/>
          </a:xfrm>
          <a:prstGeom prst="ellipse">
            <a:avLst/>
          </a:prstGeom>
          <a:gradFill>
            <a:gsLst>
              <a:gs pos="0">
                <a:srgbClr val="EE8383"/>
              </a:gs>
              <a:gs pos="50000">
                <a:srgbClr val="F2696A"/>
              </a:gs>
              <a:gs pos="100000">
                <a:srgbClr val="DC5555"/>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ready</a:t>
            </a:r>
            <a:endParaRPr/>
          </a:p>
        </p:txBody>
      </p:sp>
      <p:sp>
        <p:nvSpPr>
          <p:cNvPr id="688" name="Google Shape;688;p12"/>
          <p:cNvSpPr/>
          <p:nvPr/>
        </p:nvSpPr>
        <p:spPr>
          <a:xfrm>
            <a:off x="6723064" y="2514601"/>
            <a:ext cx="1538287" cy="868363"/>
          </a:xfrm>
          <a:prstGeom prst="ellipse">
            <a:avLst/>
          </a:prstGeom>
          <a:gradFill>
            <a:gsLst>
              <a:gs pos="0">
                <a:srgbClr val="5F47E1"/>
              </a:gs>
              <a:gs pos="50000">
                <a:srgbClr val="4200E2"/>
              </a:gs>
              <a:gs pos="100000">
                <a:srgbClr val="3700D1"/>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running</a:t>
            </a:r>
            <a:endParaRPr/>
          </a:p>
        </p:txBody>
      </p:sp>
      <p:sp>
        <p:nvSpPr>
          <p:cNvPr id="689" name="Google Shape;689;p12"/>
          <p:cNvSpPr txBox="1"/>
          <p:nvPr/>
        </p:nvSpPr>
        <p:spPr>
          <a:xfrm>
            <a:off x="5351464" y="1790701"/>
            <a:ext cx="1195387"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dispatch</a:t>
            </a:r>
            <a:endParaRPr/>
          </a:p>
        </p:txBody>
      </p:sp>
      <p:sp>
        <p:nvSpPr>
          <p:cNvPr id="690" name="Google Shape;690;p12"/>
          <p:cNvSpPr txBox="1"/>
          <p:nvPr/>
        </p:nvSpPr>
        <p:spPr>
          <a:xfrm>
            <a:off x="5122863" y="3670300"/>
            <a:ext cx="1593850" cy="368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interrupt</a:t>
            </a:r>
            <a:endParaRPr/>
          </a:p>
        </p:txBody>
      </p:sp>
      <p:sp>
        <p:nvSpPr>
          <p:cNvPr id="691" name="Google Shape;691;p12"/>
          <p:cNvSpPr txBox="1"/>
          <p:nvPr/>
        </p:nvSpPr>
        <p:spPr>
          <a:xfrm>
            <a:off x="3135313" y="3971925"/>
            <a:ext cx="1433512" cy="6413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I/O or event completion</a:t>
            </a:r>
            <a:endParaRPr/>
          </a:p>
        </p:txBody>
      </p:sp>
      <p:sp>
        <p:nvSpPr>
          <p:cNvPr id="692" name="Google Shape;692;p12"/>
          <p:cNvSpPr txBox="1"/>
          <p:nvPr/>
        </p:nvSpPr>
        <p:spPr>
          <a:xfrm>
            <a:off x="7267576" y="3962400"/>
            <a:ext cx="1323975" cy="6413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I/O or event wait</a:t>
            </a:r>
            <a:endParaRPr/>
          </a:p>
        </p:txBody>
      </p:sp>
      <p:sp>
        <p:nvSpPr>
          <p:cNvPr id="693" name="Google Shape;693;p12"/>
          <p:cNvSpPr/>
          <p:nvPr/>
        </p:nvSpPr>
        <p:spPr>
          <a:xfrm>
            <a:off x="2241550" y="1676400"/>
            <a:ext cx="1066800" cy="609600"/>
          </a:xfrm>
          <a:prstGeom prst="ellipse">
            <a:avLst/>
          </a:prstGeom>
          <a:gradFill>
            <a:gsLst>
              <a:gs pos="0">
                <a:srgbClr val="FBB489"/>
              </a:gs>
              <a:gs pos="50000">
                <a:srgbClr val="FEA971"/>
              </a:gs>
              <a:gs pos="100000">
                <a:srgbClr val="E3935B"/>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new</a:t>
            </a:r>
            <a:endParaRPr/>
          </a:p>
        </p:txBody>
      </p:sp>
      <p:cxnSp>
        <p:nvCxnSpPr>
          <p:cNvPr id="694" name="Google Shape;694;p12"/>
          <p:cNvCxnSpPr>
            <a:stCxn id="693" idx="6"/>
            <a:endCxn id="687" idx="1"/>
          </p:cNvCxnSpPr>
          <p:nvPr/>
        </p:nvCxnSpPr>
        <p:spPr>
          <a:xfrm>
            <a:off x="3308350" y="1981200"/>
            <a:ext cx="730800" cy="595500"/>
          </a:xfrm>
          <a:prstGeom prst="curvedConnector2">
            <a:avLst/>
          </a:prstGeom>
          <a:noFill/>
          <a:ln w="25400" cap="flat" cmpd="sng">
            <a:solidFill>
              <a:schemeClr val="dk1"/>
            </a:solidFill>
            <a:prstDash val="solid"/>
            <a:round/>
            <a:headEnd type="none" w="med" len="med"/>
            <a:tailEnd type="stealth" w="lg" len="lg"/>
          </a:ln>
        </p:spPr>
      </p:cxnSp>
      <p:sp>
        <p:nvSpPr>
          <p:cNvPr id="695" name="Google Shape;695;p12"/>
          <p:cNvSpPr/>
          <p:nvPr/>
        </p:nvSpPr>
        <p:spPr>
          <a:xfrm>
            <a:off x="8642350" y="1524000"/>
            <a:ext cx="1447800" cy="609600"/>
          </a:xfrm>
          <a:prstGeom prst="ellipse">
            <a:avLst/>
          </a:prstGeom>
          <a:gradFill>
            <a:gsLst>
              <a:gs pos="0">
                <a:srgbClr val="FED259"/>
              </a:gs>
              <a:gs pos="50000">
                <a:srgbClr val="FFD12D"/>
              </a:gs>
              <a:gs pos="100000">
                <a:srgbClr val="E3BF1B"/>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terminated</a:t>
            </a:r>
            <a:endParaRPr/>
          </a:p>
        </p:txBody>
      </p:sp>
      <p:cxnSp>
        <p:nvCxnSpPr>
          <p:cNvPr id="696" name="Google Shape;696;p12"/>
          <p:cNvCxnSpPr>
            <a:stCxn id="688" idx="7"/>
            <a:endCxn id="695" idx="2"/>
          </p:cNvCxnSpPr>
          <p:nvPr/>
        </p:nvCxnSpPr>
        <p:spPr>
          <a:xfrm rot="-5400000">
            <a:off x="7932724" y="1932120"/>
            <a:ext cx="813000" cy="606300"/>
          </a:xfrm>
          <a:prstGeom prst="curvedConnector2">
            <a:avLst/>
          </a:prstGeom>
          <a:noFill/>
          <a:ln w="25400" cap="flat" cmpd="sng">
            <a:solidFill>
              <a:schemeClr val="dk1"/>
            </a:solidFill>
            <a:prstDash val="solid"/>
            <a:round/>
            <a:headEnd type="none" w="med" len="med"/>
            <a:tailEnd type="stealth" w="lg" len="lg"/>
          </a:ln>
        </p:spPr>
      </p:cxnSp>
      <p:cxnSp>
        <p:nvCxnSpPr>
          <p:cNvPr id="697" name="Google Shape;697;p12"/>
          <p:cNvCxnSpPr>
            <a:stCxn id="687" idx="7"/>
            <a:endCxn id="688" idx="1"/>
          </p:cNvCxnSpPr>
          <p:nvPr/>
        </p:nvCxnSpPr>
        <p:spPr>
          <a:xfrm rot="-5400000" flipH="1">
            <a:off x="5972532" y="1666079"/>
            <a:ext cx="65100" cy="1886400"/>
          </a:xfrm>
          <a:prstGeom prst="curvedConnector3">
            <a:avLst>
              <a:gd name="adj1" fmla="val -563636"/>
            </a:avLst>
          </a:prstGeom>
          <a:noFill/>
          <a:ln w="25400" cap="flat" cmpd="sng">
            <a:solidFill>
              <a:schemeClr val="dk1"/>
            </a:solidFill>
            <a:prstDash val="solid"/>
            <a:round/>
            <a:headEnd type="none" w="med" len="med"/>
            <a:tailEnd type="stealth" w="lg" len="lg"/>
          </a:ln>
        </p:spPr>
      </p:cxnSp>
      <p:cxnSp>
        <p:nvCxnSpPr>
          <p:cNvPr id="698" name="Google Shape;698;p12"/>
          <p:cNvCxnSpPr>
            <a:stCxn id="688" idx="3"/>
            <a:endCxn id="687" idx="5"/>
          </p:cNvCxnSpPr>
          <p:nvPr/>
        </p:nvCxnSpPr>
        <p:spPr>
          <a:xfrm rot="5400000" flipH="1">
            <a:off x="5999591" y="2307045"/>
            <a:ext cx="11100" cy="1886400"/>
          </a:xfrm>
          <a:prstGeom prst="curvedConnector3">
            <a:avLst>
              <a:gd name="adj1" fmla="val -3190960"/>
            </a:avLst>
          </a:prstGeom>
          <a:noFill/>
          <a:ln w="25400" cap="flat" cmpd="sng">
            <a:solidFill>
              <a:schemeClr val="dk1"/>
            </a:solidFill>
            <a:prstDash val="solid"/>
            <a:round/>
            <a:headEnd type="none" w="med" len="med"/>
            <a:tailEnd type="stealth" w="lg" len="lg"/>
          </a:ln>
        </p:spPr>
      </p:cxnSp>
      <p:cxnSp>
        <p:nvCxnSpPr>
          <p:cNvPr id="699" name="Google Shape;699;p12"/>
          <p:cNvCxnSpPr>
            <a:stCxn id="688" idx="4"/>
            <a:endCxn id="700" idx="6"/>
          </p:cNvCxnSpPr>
          <p:nvPr/>
        </p:nvCxnSpPr>
        <p:spPr>
          <a:xfrm rot="5400000">
            <a:off x="6325808" y="3718364"/>
            <a:ext cx="1501800" cy="831000"/>
          </a:xfrm>
          <a:prstGeom prst="curvedConnector2">
            <a:avLst/>
          </a:prstGeom>
          <a:noFill/>
          <a:ln w="25400" cap="flat" cmpd="sng">
            <a:solidFill>
              <a:schemeClr val="dk1"/>
            </a:solidFill>
            <a:prstDash val="solid"/>
            <a:round/>
            <a:headEnd type="none" w="med" len="med"/>
            <a:tailEnd type="stealth" w="lg" len="lg"/>
          </a:ln>
        </p:spPr>
      </p:cxnSp>
      <p:sp>
        <p:nvSpPr>
          <p:cNvPr id="700" name="Google Shape;700;p12"/>
          <p:cNvSpPr/>
          <p:nvPr/>
        </p:nvSpPr>
        <p:spPr>
          <a:xfrm>
            <a:off x="5289550" y="4419601"/>
            <a:ext cx="1371600" cy="930275"/>
          </a:xfrm>
          <a:prstGeom prst="ellipse">
            <a:avLst/>
          </a:prstGeom>
          <a:gradFill>
            <a:gsLst>
              <a:gs pos="0">
                <a:srgbClr val="5C936E"/>
              </a:gs>
              <a:gs pos="50000">
                <a:srgbClr val="3C8859"/>
              </a:gs>
              <a:gs pos="100000">
                <a:srgbClr val="327A4E"/>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waiting</a:t>
            </a:r>
            <a:endParaRPr/>
          </a:p>
        </p:txBody>
      </p:sp>
      <p:cxnSp>
        <p:nvCxnSpPr>
          <p:cNvPr id="701" name="Google Shape;701;p12"/>
          <p:cNvCxnSpPr>
            <a:stCxn id="700" idx="2"/>
            <a:endCxn id="687" idx="4"/>
          </p:cNvCxnSpPr>
          <p:nvPr/>
        </p:nvCxnSpPr>
        <p:spPr>
          <a:xfrm rot="10800000">
            <a:off x="4550650" y="3382939"/>
            <a:ext cx="738900" cy="1501800"/>
          </a:xfrm>
          <a:prstGeom prst="curvedConnector2">
            <a:avLst/>
          </a:prstGeom>
          <a:noFill/>
          <a:ln w="25400" cap="flat" cmpd="sng">
            <a:solidFill>
              <a:schemeClr val="dk1"/>
            </a:solidFill>
            <a:prstDash val="solid"/>
            <a:round/>
            <a:headEnd type="none" w="med" len="med"/>
            <a:tailEnd type="stealth" w="lg" len="lg"/>
          </a:ln>
        </p:spPr>
      </p:cxnSp>
      <p:sp>
        <p:nvSpPr>
          <p:cNvPr id="702" name="Google Shape;702;p12"/>
          <p:cNvSpPr txBox="1"/>
          <p:nvPr/>
        </p:nvSpPr>
        <p:spPr>
          <a:xfrm>
            <a:off x="3746500" y="1778001"/>
            <a:ext cx="7429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admit</a:t>
            </a:r>
            <a:endParaRPr/>
          </a:p>
        </p:txBody>
      </p:sp>
      <p:sp>
        <p:nvSpPr>
          <p:cNvPr id="703" name="Google Shape;703;p12"/>
          <p:cNvSpPr txBox="1"/>
          <p:nvPr/>
        </p:nvSpPr>
        <p:spPr>
          <a:xfrm>
            <a:off x="7664450" y="1803401"/>
            <a:ext cx="5397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exit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0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9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8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9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8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8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9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9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9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9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0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0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9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9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70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13"/>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2. Trạng thái tiến trình</a:t>
            </a:r>
            <a:endParaRPr/>
          </a:p>
        </p:txBody>
      </p:sp>
      <p:sp>
        <p:nvSpPr>
          <p:cNvPr id="709" name="Google Shape;709;p13"/>
          <p:cNvSpPr txBox="1">
            <a:spLocks noGrp="1"/>
          </p:cNvSpPr>
          <p:nvPr>
            <p:ph type="body" idx="1"/>
          </p:nvPr>
        </p:nvSpPr>
        <p:spPr>
          <a:xfrm>
            <a:off x="6095999" y="1105593"/>
            <a:ext cx="5562397" cy="5250755"/>
          </a:xfrm>
          <a:prstGeom prst="rect">
            <a:avLst/>
          </a:prstGeom>
          <a:noFill/>
          <a:ln>
            <a:noFill/>
          </a:ln>
        </p:spPr>
        <p:txBody>
          <a:bodyPr spcFirstLastPara="1" wrap="square" lIns="91425" tIns="45700" rIns="91425" bIns="45700" anchor="t" anchorCtr="0">
            <a:normAutofit lnSpcReduction="10000"/>
          </a:bodyPr>
          <a:lstStyle/>
          <a:p>
            <a:pPr marL="228600" lvl="0" indent="-228600" algn="just" rtl="0">
              <a:lnSpc>
                <a:spcPct val="130000"/>
              </a:lnSpc>
              <a:spcBef>
                <a:spcPts val="0"/>
              </a:spcBef>
              <a:spcAft>
                <a:spcPts val="0"/>
              </a:spcAft>
              <a:buClr>
                <a:schemeClr val="dk1"/>
              </a:buClr>
              <a:buSzPts val="2800"/>
              <a:buChar char="•"/>
            </a:pPr>
            <a:r>
              <a:rPr lang="en-US"/>
              <a:t>Chuỗi trạng thái của tiến trình test như sau (trường hợp tốt nhất):</a:t>
            </a:r>
            <a:endParaRPr/>
          </a:p>
          <a:p>
            <a:pPr marL="685800" lvl="1" indent="-228600" algn="just" rtl="0">
              <a:lnSpc>
                <a:spcPct val="130000"/>
              </a:lnSpc>
              <a:spcBef>
                <a:spcPts val="600"/>
              </a:spcBef>
              <a:spcAft>
                <a:spcPts val="0"/>
              </a:spcAft>
              <a:buClr>
                <a:schemeClr val="accent2"/>
              </a:buClr>
              <a:buSzPts val="2400"/>
              <a:buChar char="•"/>
            </a:pPr>
            <a:r>
              <a:rPr lang="en-US">
                <a:solidFill>
                  <a:schemeClr val="accent2"/>
                </a:solidFill>
              </a:rPr>
              <a:t>new</a:t>
            </a:r>
            <a:endParaRPr/>
          </a:p>
          <a:p>
            <a:pPr marL="685800" lvl="1" indent="-228600" algn="just" rtl="0">
              <a:lnSpc>
                <a:spcPct val="130000"/>
              </a:lnSpc>
              <a:spcBef>
                <a:spcPts val="600"/>
              </a:spcBef>
              <a:spcAft>
                <a:spcPts val="0"/>
              </a:spcAft>
              <a:buClr>
                <a:schemeClr val="accent3"/>
              </a:buClr>
              <a:buSzPts val="2400"/>
              <a:buChar char="•"/>
            </a:pPr>
            <a:r>
              <a:rPr lang="en-US">
                <a:solidFill>
                  <a:schemeClr val="accent3"/>
                </a:solidFill>
              </a:rPr>
              <a:t>ready</a:t>
            </a:r>
            <a:endParaRPr/>
          </a:p>
          <a:p>
            <a:pPr marL="685800" lvl="1" indent="-228600" algn="just" rtl="0">
              <a:lnSpc>
                <a:spcPct val="130000"/>
              </a:lnSpc>
              <a:spcBef>
                <a:spcPts val="600"/>
              </a:spcBef>
              <a:spcAft>
                <a:spcPts val="0"/>
              </a:spcAft>
              <a:buClr>
                <a:schemeClr val="accent5"/>
              </a:buClr>
              <a:buSzPts val="2400"/>
              <a:buChar char="•"/>
            </a:pPr>
            <a:r>
              <a:rPr lang="en-US">
                <a:solidFill>
                  <a:schemeClr val="accent5"/>
                </a:solidFill>
              </a:rPr>
              <a:t>running</a:t>
            </a:r>
            <a:endParaRPr/>
          </a:p>
          <a:p>
            <a:pPr marL="685800" lvl="1" indent="-228600" algn="just" rtl="0">
              <a:lnSpc>
                <a:spcPct val="130000"/>
              </a:lnSpc>
              <a:spcBef>
                <a:spcPts val="600"/>
              </a:spcBef>
              <a:spcAft>
                <a:spcPts val="0"/>
              </a:spcAft>
              <a:buClr>
                <a:schemeClr val="accent6"/>
              </a:buClr>
              <a:buSzPts val="2400"/>
              <a:buChar char="•"/>
            </a:pPr>
            <a:r>
              <a:rPr lang="en-US">
                <a:solidFill>
                  <a:schemeClr val="accent6"/>
                </a:solidFill>
              </a:rPr>
              <a:t>waiting</a:t>
            </a:r>
            <a:r>
              <a:rPr lang="en-US"/>
              <a:t> (do chờ I/O khi gọi printf)</a:t>
            </a:r>
            <a:endParaRPr/>
          </a:p>
          <a:p>
            <a:pPr marL="685800" lvl="1" indent="-228600" algn="just" rtl="0">
              <a:lnSpc>
                <a:spcPct val="130000"/>
              </a:lnSpc>
              <a:spcBef>
                <a:spcPts val="600"/>
              </a:spcBef>
              <a:spcAft>
                <a:spcPts val="0"/>
              </a:spcAft>
              <a:buClr>
                <a:schemeClr val="accent3"/>
              </a:buClr>
              <a:buSzPts val="2400"/>
              <a:buChar char="•"/>
            </a:pPr>
            <a:r>
              <a:rPr lang="en-US">
                <a:solidFill>
                  <a:schemeClr val="accent3"/>
                </a:solidFill>
              </a:rPr>
              <a:t>ready</a:t>
            </a:r>
            <a:endParaRPr/>
          </a:p>
          <a:p>
            <a:pPr marL="685800" lvl="1" indent="-228600" algn="just" rtl="0">
              <a:lnSpc>
                <a:spcPct val="130000"/>
              </a:lnSpc>
              <a:spcBef>
                <a:spcPts val="600"/>
              </a:spcBef>
              <a:spcAft>
                <a:spcPts val="0"/>
              </a:spcAft>
              <a:buClr>
                <a:schemeClr val="accent5"/>
              </a:buClr>
              <a:buSzPts val="2400"/>
              <a:buChar char="•"/>
            </a:pPr>
            <a:r>
              <a:rPr lang="en-US">
                <a:solidFill>
                  <a:schemeClr val="accent5"/>
                </a:solidFill>
              </a:rPr>
              <a:t>running</a:t>
            </a:r>
            <a:endParaRPr/>
          </a:p>
          <a:p>
            <a:pPr marL="685800" lvl="1" indent="-228600" algn="just" rtl="0">
              <a:lnSpc>
                <a:spcPct val="130000"/>
              </a:lnSpc>
              <a:spcBef>
                <a:spcPts val="600"/>
              </a:spcBef>
              <a:spcAft>
                <a:spcPts val="0"/>
              </a:spcAft>
              <a:buClr>
                <a:srgbClr val="E9AE00"/>
              </a:buClr>
              <a:buSzPts val="2400"/>
              <a:buChar char="•"/>
            </a:pPr>
            <a:r>
              <a:rPr lang="en-US">
                <a:solidFill>
                  <a:srgbClr val="E9AE00"/>
                </a:solidFill>
              </a:rPr>
              <a:t>terminated</a:t>
            </a:r>
            <a:endParaRPr/>
          </a:p>
        </p:txBody>
      </p:sp>
      <p:sp>
        <p:nvSpPr>
          <p:cNvPr id="710" name="Google Shape;710;p13"/>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711" name="Google Shape;711;p13"/>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13</a:t>
            </a:fld>
            <a:endParaRPr/>
          </a:p>
        </p:txBody>
      </p:sp>
      <p:sp>
        <p:nvSpPr>
          <p:cNvPr id="712" name="Google Shape;712;p13"/>
          <p:cNvSpPr/>
          <p:nvPr/>
        </p:nvSpPr>
        <p:spPr>
          <a:xfrm>
            <a:off x="1142797" y="1105593"/>
            <a:ext cx="4419600" cy="2323407"/>
          </a:xfrm>
          <a:prstGeom prst="roundRect">
            <a:avLst>
              <a:gd name="adj" fmla="val 1759"/>
            </a:avLst>
          </a:prstGeom>
          <a:noFill/>
          <a:ln w="19050" cap="rnd" cmpd="sng">
            <a:solidFill>
              <a:srgbClr val="0072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a:solidFill>
                  <a:srgbClr val="000000"/>
                </a:solidFill>
                <a:latin typeface="Courier New"/>
                <a:ea typeface="Courier New"/>
                <a:cs typeface="Courier New"/>
                <a:sym typeface="Courier New"/>
              </a:rPr>
              <a:t>/* test.c */</a:t>
            </a:r>
            <a:endParaRPr/>
          </a:p>
          <a:p>
            <a:pPr marL="0" marR="0" lvl="0" indent="0" algn="l" rtl="0">
              <a:spcBef>
                <a:spcPts val="788"/>
              </a:spcBef>
              <a:spcAft>
                <a:spcPts val="0"/>
              </a:spcAft>
              <a:buNone/>
            </a:pPr>
            <a:r>
              <a:rPr lang="en-US" sz="1600">
                <a:solidFill>
                  <a:srgbClr val="000000"/>
                </a:solidFill>
                <a:latin typeface="Courier New"/>
                <a:ea typeface="Courier New"/>
                <a:cs typeface="Courier New"/>
                <a:sym typeface="Courier New"/>
              </a:rPr>
              <a:t>int main(int argc, char** argv)</a:t>
            </a:r>
            <a:endParaRPr/>
          </a:p>
          <a:p>
            <a:pPr marL="0" marR="0" lvl="0" indent="0" algn="l" rtl="0">
              <a:spcBef>
                <a:spcPts val="788"/>
              </a:spcBef>
              <a:spcAft>
                <a:spcPts val="0"/>
              </a:spcAft>
              <a:buNone/>
            </a:pPr>
            <a:r>
              <a:rPr lang="en-US" sz="1600">
                <a:solidFill>
                  <a:srgbClr val="000000"/>
                </a:solidFill>
                <a:latin typeface="Courier New"/>
                <a:ea typeface="Courier New"/>
                <a:cs typeface="Courier New"/>
                <a:sym typeface="Courier New"/>
              </a:rPr>
              <a:t>{       </a:t>
            </a:r>
            <a:endParaRPr/>
          </a:p>
          <a:p>
            <a:pPr marL="0" marR="0" lvl="0" indent="0" algn="l" rtl="0">
              <a:spcBef>
                <a:spcPts val="788"/>
              </a:spcBef>
              <a:spcAft>
                <a:spcPts val="0"/>
              </a:spcAft>
              <a:buNone/>
            </a:pPr>
            <a:r>
              <a:rPr lang="en-US" sz="1600">
                <a:solidFill>
                  <a:srgbClr val="000000"/>
                </a:solidFill>
                <a:latin typeface="Courier New"/>
                <a:ea typeface="Courier New"/>
                <a:cs typeface="Courier New"/>
                <a:sym typeface="Courier New"/>
              </a:rPr>
              <a:t>   printf(“Hello world\n");</a:t>
            </a:r>
            <a:endParaRPr/>
          </a:p>
          <a:p>
            <a:pPr marL="0" marR="0" lvl="0" indent="0" algn="l" rtl="0">
              <a:spcBef>
                <a:spcPts val="788"/>
              </a:spcBef>
              <a:spcAft>
                <a:spcPts val="0"/>
              </a:spcAft>
              <a:buNone/>
            </a:pPr>
            <a:r>
              <a:rPr lang="en-US" sz="1600">
                <a:solidFill>
                  <a:srgbClr val="000000"/>
                </a:solidFill>
                <a:latin typeface="Courier New"/>
                <a:ea typeface="Courier New"/>
                <a:cs typeface="Courier New"/>
                <a:sym typeface="Courier New"/>
              </a:rPr>
              <a:t>   exit(0);</a:t>
            </a:r>
            <a:endParaRPr/>
          </a:p>
          <a:p>
            <a:pPr marL="0" marR="0" lvl="0" indent="0" algn="l" rtl="0">
              <a:spcBef>
                <a:spcPts val="788"/>
              </a:spcBef>
              <a:spcAft>
                <a:spcPts val="0"/>
              </a:spcAft>
              <a:buNone/>
            </a:pPr>
            <a:r>
              <a:rPr lang="en-US" sz="1600">
                <a:solidFill>
                  <a:srgbClr val="000000"/>
                </a:solidFill>
                <a:latin typeface="Courier New"/>
                <a:ea typeface="Courier New"/>
                <a:cs typeface="Courier New"/>
                <a:sym typeface="Courier New"/>
              </a:rPr>
              <a:t>}</a:t>
            </a:r>
            <a:endParaRPr/>
          </a:p>
        </p:txBody>
      </p:sp>
      <p:sp>
        <p:nvSpPr>
          <p:cNvPr id="713" name="Google Shape;713;p13"/>
          <p:cNvSpPr txBox="1"/>
          <p:nvPr/>
        </p:nvSpPr>
        <p:spPr>
          <a:xfrm>
            <a:off x="1142797" y="3688951"/>
            <a:ext cx="4419600" cy="2667397"/>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000000"/>
              </a:buClr>
              <a:buSzPts val="2200"/>
              <a:buFont typeface="Arial"/>
              <a:buChar char="•"/>
            </a:pPr>
            <a:r>
              <a:rPr lang="en-US" sz="2200">
                <a:solidFill>
                  <a:srgbClr val="000000"/>
                </a:solidFill>
                <a:latin typeface="Calibri"/>
                <a:ea typeface="Calibri"/>
                <a:cs typeface="Calibri"/>
                <a:sym typeface="Calibri"/>
              </a:rPr>
              <a:t>Biên dịch chương trình trong Linux: </a:t>
            </a:r>
            <a:r>
              <a:rPr lang="en-US" sz="2200" b="1">
                <a:solidFill>
                  <a:srgbClr val="000000"/>
                </a:solidFill>
                <a:latin typeface="Calibri"/>
                <a:ea typeface="Calibri"/>
                <a:cs typeface="Calibri"/>
                <a:sym typeface="Calibri"/>
              </a:rPr>
              <a:t>gcc test.c –o test</a:t>
            </a:r>
            <a:endParaRPr/>
          </a:p>
          <a:p>
            <a:pPr marL="342900" marR="0" lvl="0" indent="-342900" algn="l" rtl="0">
              <a:spcBef>
                <a:spcPts val="788"/>
              </a:spcBef>
              <a:spcAft>
                <a:spcPts val="0"/>
              </a:spcAft>
              <a:buClr>
                <a:srgbClr val="000000"/>
              </a:buClr>
              <a:buSzPts val="2200"/>
              <a:buFont typeface="Arial"/>
              <a:buChar char="•"/>
            </a:pPr>
            <a:r>
              <a:rPr lang="en-US" sz="2200">
                <a:solidFill>
                  <a:srgbClr val="000000"/>
                </a:solidFill>
                <a:latin typeface="Calibri"/>
                <a:ea typeface="Calibri"/>
                <a:cs typeface="Calibri"/>
                <a:sym typeface="Calibri"/>
              </a:rPr>
              <a:t>Thực thi chương trình test: </a:t>
            </a:r>
            <a:r>
              <a:rPr lang="en-US" sz="2200" b="1">
                <a:solidFill>
                  <a:srgbClr val="000000"/>
                </a:solidFill>
                <a:latin typeface="Calibri"/>
                <a:ea typeface="Calibri"/>
                <a:cs typeface="Calibri"/>
                <a:sym typeface="Calibri"/>
              </a:rPr>
              <a:t>./test</a:t>
            </a:r>
            <a:endParaRPr/>
          </a:p>
          <a:p>
            <a:pPr marL="342900" marR="0" lvl="0" indent="-342900" algn="l" rtl="0">
              <a:spcBef>
                <a:spcPts val="788"/>
              </a:spcBef>
              <a:spcAft>
                <a:spcPts val="0"/>
              </a:spcAft>
              <a:buClr>
                <a:srgbClr val="000000"/>
              </a:buClr>
              <a:buSzPts val="2200"/>
              <a:buFont typeface="Arial"/>
              <a:buChar char="•"/>
            </a:pPr>
            <a:r>
              <a:rPr lang="en-US" sz="2200">
                <a:solidFill>
                  <a:srgbClr val="000000"/>
                </a:solidFill>
                <a:latin typeface="Calibri"/>
                <a:ea typeface="Calibri"/>
                <a:cs typeface="Calibri"/>
                <a:sym typeface="Calibri"/>
              </a:rPr>
              <a:t>Trong hệ thống sẽ có một tiến trình test được tạo ra, thực thi và kết thúc.</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3"/>
                                        </p:tgtEl>
                                        <p:attrNameLst>
                                          <p:attrName>style.visibility</p:attrName>
                                        </p:attrNameLst>
                                      </p:cBhvr>
                                      <p:to>
                                        <p:strVal val="visible"/>
                                      </p:to>
                                    </p:set>
                                    <p:anim calcmode="lin" valueType="num">
                                      <p:cBhvr additive="base">
                                        <p:cTn id="7" dur="500"/>
                                        <p:tgtEl>
                                          <p:spTgt spid="713"/>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09">
                                            <p:txEl>
                                              <p:pRg st="0" end="0"/>
                                            </p:txEl>
                                          </p:spTgt>
                                        </p:tgtEl>
                                        <p:attrNameLst>
                                          <p:attrName>style.visibility</p:attrName>
                                        </p:attrNameLst>
                                      </p:cBhvr>
                                      <p:to>
                                        <p:strVal val="visible"/>
                                      </p:to>
                                    </p:set>
                                    <p:anim calcmode="lin" valueType="num">
                                      <p:cBhvr additive="base">
                                        <p:cTn id="12" dur="500"/>
                                        <p:tgtEl>
                                          <p:spTgt spid="70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09">
                                            <p:txEl>
                                              <p:pRg st="1" end="1"/>
                                            </p:txEl>
                                          </p:spTgt>
                                        </p:tgtEl>
                                        <p:attrNameLst>
                                          <p:attrName>style.visibility</p:attrName>
                                        </p:attrNameLst>
                                      </p:cBhvr>
                                      <p:to>
                                        <p:strVal val="visible"/>
                                      </p:to>
                                    </p:set>
                                    <p:anim calcmode="lin" valueType="num">
                                      <p:cBhvr additive="base">
                                        <p:cTn id="17" dur="500"/>
                                        <p:tgtEl>
                                          <p:spTgt spid="70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709">
                                            <p:txEl>
                                              <p:pRg st="2" end="2"/>
                                            </p:txEl>
                                          </p:spTgt>
                                        </p:tgtEl>
                                        <p:attrNameLst>
                                          <p:attrName>style.visibility</p:attrName>
                                        </p:attrNameLst>
                                      </p:cBhvr>
                                      <p:to>
                                        <p:strVal val="visible"/>
                                      </p:to>
                                    </p:set>
                                    <p:anim calcmode="lin" valueType="num">
                                      <p:cBhvr additive="base">
                                        <p:cTn id="22" dur="500"/>
                                        <p:tgtEl>
                                          <p:spTgt spid="70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09">
                                            <p:txEl>
                                              <p:pRg st="3" end="3"/>
                                            </p:txEl>
                                          </p:spTgt>
                                        </p:tgtEl>
                                        <p:attrNameLst>
                                          <p:attrName>style.visibility</p:attrName>
                                        </p:attrNameLst>
                                      </p:cBhvr>
                                      <p:to>
                                        <p:strVal val="visible"/>
                                      </p:to>
                                    </p:set>
                                    <p:anim calcmode="lin" valueType="num">
                                      <p:cBhvr additive="base">
                                        <p:cTn id="27" dur="500"/>
                                        <p:tgtEl>
                                          <p:spTgt spid="70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709">
                                            <p:txEl>
                                              <p:pRg st="4" end="4"/>
                                            </p:txEl>
                                          </p:spTgt>
                                        </p:tgtEl>
                                        <p:attrNameLst>
                                          <p:attrName>style.visibility</p:attrName>
                                        </p:attrNameLst>
                                      </p:cBhvr>
                                      <p:to>
                                        <p:strVal val="visible"/>
                                      </p:to>
                                    </p:set>
                                    <p:anim calcmode="lin" valueType="num">
                                      <p:cBhvr additive="base">
                                        <p:cTn id="32" dur="500"/>
                                        <p:tgtEl>
                                          <p:spTgt spid="70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09">
                                            <p:txEl>
                                              <p:pRg st="5" end="5"/>
                                            </p:txEl>
                                          </p:spTgt>
                                        </p:tgtEl>
                                        <p:attrNameLst>
                                          <p:attrName>style.visibility</p:attrName>
                                        </p:attrNameLst>
                                      </p:cBhvr>
                                      <p:to>
                                        <p:strVal val="visible"/>
                                      </p:to>
                                    </p:set>
                                    <p:anim calcmode="lin" valueType="num">
                                      <p:cBhvr additive="base">
                                        <p:cTn id="37" dur="500"/>
                                        <p:tgtEl>
                                          <p:spTgt spid="70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709">
                                            <p:txEl>
                                              <p:pRg st="6" end="6"/>
                                            </p:txEl>
                                          </p:spTgt>
                                        </p:tgtEl>
                                        <p:attrNameLst>
                                          <p:attrName>style.visibility</p:attrName>
                                        </p:attrNameLst>
                                      </p:cBhvr>
                                      <p:to>
                                        <p:strVal val="visible"/>
                                      </p:to>
                                    </p:set>
                                    <p:anim calcmode="lin" valueType="num">
                                      <p:cBhvr additive="base">
                                        <p:cTn id="42" dur="500"/>
                                        <p:tgtEl>
                                          <p:spTgt spid="70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709">
                                            <p:txEl>
                                              <p:pRg st="7" end="7"/>
                                            </p:txEl>
                                          </p:spTgt>
                                        </p:tgtEl>
                                        <p:attrNameLst>
                                          <p:attrName>style.visibility</p:attrName>
                                        </p:attrNameLst>
                                      </p:cBhvr>
                                      <p:to>
                                        <p:strVal val="visible"/>
                                      </p:to>
                                    </p:set>
                                    <p:anim calcmode="lin" valueType="num">
                                      <p:cBhvr additive="base">
                                        <p:cTn id="47" dur="500"/>
                                        <p:tgtEl>
                                          <p:spTgt spid="709">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p14"/>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2. Trạng thái tiến trình</a:t>
            </a:r>
            <a:endParaRPr/>
          </a:p>
        </p:txBody>
      </p:sp>
      <p:sp>
        <p:nvSpPr>
          <p:cNvPr id="719" name="Google Shape;719;p14"/>
          <p:cNvSpPr txBox="1">
            <a:spLocks noGrp="1"/>
          </p:cNvSpPr>
          <p:nvPr>
            <p:ph type="body" idx="1"/>
          </p:nvPr>
        </p:nvSpPr>
        <p:spPr>
          <a:xfrm>
            <a:off x="5682343" y="1195821"/>
            <a:ext cx="5976054" cy="1778873"/>
          </a:xfrm>
          <a:prstGeom prst="rect">
            <a:avLst/>
          </a:prstGeom>
          <a:noFill/>
          <a:ln>
            <a:noFill/>
          </a:ln>
        </p:spPr>
        <p:txBody>
          <a:bodyPr spcFirstLastPara="1" wrap="square" lIns="91425" tIns="45700" rIns="91425" bIns="45700" anchor="t" anchorCtr="0">
            <a:normAutofit/>
          </a:bodyPr>
          <a:lstStyle/>
          <a:p>
            <a:pPr marL="228600" lvl="0" indent="-228600" algn="just" rtl="0">
              <a:lnSpc>
                <a:spcPct val="130000"/>
              </a:lnSpc>
              <a:spcBef>
                <a:spcPts val="0"/>
              </a:spcBef>
              <a:spcAft>
                <a:spcPts val="0"/>
              </a:spcAft>
              <a:buClr>
                <a:schemeClr val="dk1"/>
              </a:buClr>
              <a:buSzPts val="2400"/>
              <a:buChar char="•"/>
            </a:pPr>
            <a:r>
              <a:rPr lang="en-US" sz="2400"/>
              <a:t>Hỏi sau khi kết thúc thì tiến trình khi chạy từ chương trình trên đã nằm trong hàng đợi waiting bao nhiêu lần?</a:t>
            </a:r>
            <a:endParaRPr/>
          </a:p>
        </p:txBody>
      </p:sp>
      <p:sp>
        <p:nvSpPr>
          <p:cNvPr id="720" name="Google Shape;720;p14"/>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721" name="Google Shape;721;p14"/>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14</a:t>
            </a:fld>
            <a:endParaRPr/>
          </a:p>
        </p:txBody>
      </p:sp>
      <p:sp>
        <p:nvSpPr>
          <p:cNvPr id="722" name="Google Shape;722;p14"/>
          <p:cNvSpPr txBox="1"/>
          <p:nvPr/>
        </p:nvSpPr>
        <p:spPr>
          <a:xfrm>
            <a:off x="1153683" y="1015303"/>
            <a:ext cx="5187246" cy="5374611"/>
          </a:xfrm>
          <a:prstGeom prst="rect">
            <a:avLst/>
          </a:prstGeom>
          <a:noFill/>
          <a:ln w="19050" cap="rnd" cmpd="sng">
            <a:solidFill>
              <a:srgbClr val="0072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None/>
            </a:pPr>
            <a:r>
              <a:rPr lang="en-US" sz="1600">
                <a:solidFill>
                  <a:srgbClr val="000000"/>
                </a:solidFill>
                <a:latin typeface="Courier New"/>
                <a:ea typeface="Courier New"/>
                <a:cs typeface="Courier New"/>
                <a:sym typeface="Courier New"/>
              </a:rPr>
              <a:t>int main (int argc, char** argv)</a:t>
            </a:r>
            <a:endParaRPr/>
          </a:p>
          <a:p>
            <a:pPr marL="0" marR="0" lvl="0" indent="0" algn="l" rtl="0">
              <a:lnSpc>
                <a:spcPct val="110000"/>
              </a:lnSpc>
              <a:spcBef>
                <a:spcPts val="200"/>
              </a:spcBef>
              <a:spcAft>
                <a:spcPts val="0"/>
              </a:spcAft>
              <a:buNone/>
            </a:pPr>
            <a:r>
              <a:rPr lang="en-US" sz="1600">
                <a:solidFill>
                  <a:srgbClr val="000000"/>
                </a:solidFill>
                <a:latin typeface="Courier New"/>
                <a:ea typeface="Courier New"/>
                <a:cs typeface="Courier New"/>
                <a:sym typeface="Courier New"/>
              </a:rPr>
              <a:t>{       </a:t>
            </a:r>
            <a:endParaRPr/>
          </a:p>
          <a:p>
            <a:pPr marL="0" marR="0" lvl="0" indent="0" algn="l" rtl="0">
              <a:lnSpc>
                <a:spcPct val="110000"/>
              </a:lnSpc>
              <a:spcBef>
                <a:spcPts val="200"/>
              </a:spcBef>
              <a:spcAft>
                <a:spcPts val="0"/>
              </a:spcAft>
              <a:buNone/>
            </a:pPr>
            <a:r>
              <a:rPr lang="en-US" sz="1600">
                <a:solidFill>
                  <a:srgbClr val="000000"/>
                </a:solidFill>
                <a:latin typeface="Courier New"/>
                <a:ea typeface="Courier New"/>
                <a:cs typeface="Courier New"/>
                <a:sym typeface="Courier New"/>
              </a:rPr>
              <a:t>   	int i = 2;</a:t>
            </a:r>
            <a:endParaRPr/>
          </a:p>
          <a:p>
            <a:pPr marL="0" marR="0" lvl="0" indent="0" algn="l" rtl="0">
              <a:lnSpc>
                <a:spcPct val="110000"/>
              </a:lnSpc>
              <a:spcBef>
                <a:spcPts val="200"/>
              </a:spcBef>
              <a:spcAft>
                <a:spcPts val="0"/>
              </a:spcAft>
              <a:buNone/>
            </a:pPr>
            <a:r>
              <a:rPr lang="en-US" sz="1600">
                <a:solidFill>
                  <a:srgbClr val="000000"/>
                </a:solidFill>
                <a:latin typeface="Courier New"/>
                <a:ea typeface="Courier New"/>
                <a:cs typeface="Courier New"/>
                <a:sym typeface="Courier New"/>
              </a:rPr>
              <a:t>	while (i &lt; 5)</a:t>
            </a:r>
            <a:endParaRPr/>
          </a:p>
          <a:p>
            <a:pPr marL="0" marR="0" lvl="0" indent="0" algn="l" rtl="0">
              <a:lnSpc>
                <a:spcPct val="110000"/>
              </a:lnSpc>
              <a:spcBef>
                <a:spcPts val="200"/>
              </a:spcBef>
              <a:spcAft>
                <a:spcPts val="0"/>
              </a:spcAft>
              <a:buNone/>
            </a:pPr>
            <a:r>
              <a:rPr lang="en-US" sz="1600">
                <a:solidFill>
                  <a:srgbClr val="000000"/>
                </a:solidFill>
                <a:latin typeface="Courier New"/>
                <a:ea typeface="Courier New"/>
                <a:cs typeface="Courier New"/>
                <a:sym typeface="Courier New"/>
              </a:rPr>
              <a:t>	{</a:t>
            </a:r>
            <a:endParaRPr/>
          </a:p>
          <a:p>
            <a:pPr marL="0" marR="0" lvl="0" indent="0" algn="l" rtl="0">
              <a:lnSpc>
                <a:spcPct val="110000"/>
              </a:lnSpc>
              <a:spcBef>
                <a:spcPts val="200"/>
              </a:spcBef>
              <a:spcAft>
                <a:spcPts val="0"/>
              </a:spcAft>
              <a:buNone/>
            </a:pPr>
            <a:r>
              <a:rPr lang="en-US" sz="1600">
                <a:solidFill>
                  <a:srgbClr val="000000"/>
                </a:solidFill>
                <a:latin typeface="Courier New"/>
                <a:ea typeface="Courier New"/>
                <a:cs typeface="Courier New"/>
                <a:sym typeface="Courier New"/>
              </a:rPr>
              <a:t>		i++;</a:t>
            </a:r>
            <a:endParaRPr/>
          </a:p>
          <a:p>
            <a:pPr marL="0" marR="0" lvl="0" indent="0" algn="l" rtl="0">
              <a:lnSpc>
                <a:spcPct val="110000"/>
              </a:lnSpc>
              <a:spcBef>
                <a:spcPts val="200"/>
              </a:spcBef>
              <a:spcAft>
                <a:spcPts val="0"/>
              </a:spcAft>
              <a:buNone/>
            </a:pPr>
            <a:r>
              <a:rPr lang="en-US" sz="1600">
                <a:solidFill>
                  <a:srgbClr val="000000"/>
                </a:solidFill>
                <a:latin typeface="Courier New"/>
                <a:ea typeface="Courier New"/>
                <a:cs typeface="Courier New"/>
                <a:sym typeface="Courier New"/>
              </a:rPr>
              <a:t>		if (i % 2 == 0)</a:t>
            </a:r>
            <a:endParaRPr/>
          </a:p>
          <a:p>
            <a:pPr marL="0" marR="0" lvl="0" indent="0" algn="l" rtl="0">
              <a:lnSpc>
                <a:spcPct val="110000"/>
              </a:lnSpc>
              <a:spcBef>
                <a:spcPts val="200"/>
              </a:spcBef>
              <a:spcAft>
                <a:spcPts val="0"/>
              </a:spcAft>
              <a:buNone/>
            </a:pPr>
            <a:r>
              <a:rPr lang="en-US" sz="1600">
                <a:solidFill>
                  <a:srgbClr val="000000"/>
                </a:solidFill>
                <a:latin typeface="Courier New"/>
                <a:ea typeface="Courier New"/>
                <a:cs typeface="Courier New"/>
                <a:sym typeface="Courier New"/>
              </a:rPr>
              <a:t>		{   		</a:t>
            </a:r>
            <a:endParaRPr/>
          </a:p>
          <a:p>
            <a:pPr marL="0" marR="0" lvl="0" indent="0" algn="l" rtl="0">
              <a:lnSpc>
                <a:spcPct val="110000"/>
              </a:lnSpc>
              <a:spcBef>
                <a:spcPts val="200"/>
              </a:spcBef>
              <a:spcAft>
                <a:spcPts val="0"/>
              </a:spcAft>
              <a:buNone/>
            </a:pPr>
            <a:r>
              <a:rPr lang="en-US" sz="1600">
                <a:solidFill>
                  <a:srgbClr val="000000"/>
                </a:solidFill>
                <a:latin typeface="Courier New"/>
                <a:ea typeface="Courier New"/>
                <a:cs typeface="Courier New"/>
                <a:sym typeface="Courier New"/>
              </a:rPr>
              <a:t>			printf (“Hello”);</a:t>
            </a:r>
            <a:endParaRPr/>
          </a:p>
          <a:p>
            <a:pPr marL="0" marR="0" lvl="0" indent="0" algn="l" rtl="0">
              <a:lnSpc>
                <a:spcPct val="110000"/>
              </a:lnSpc>
              <a:spcBef>
                <a:spcPts val="200"/>
              </a:spcBef>
              <a:spcAft>
                <a:spcPts val="0"/>
              </a:spcAft>
              <a:buNone/>
            </a:pPr>
            <a:r>
              <a:rPr lang="en-US" sz="1600">
                <a:solidFill>
                  <a:srgbClr val="000000"/>
                </a:solidFill>
                <a:latin typeface="Courier New"/>
                <a:ea typeface="Courier New"/>
                <a:cs typeface="Courier New"/>
                <a:sym typeface="Courier New"/>
              </a:rPr>
              <a:t>			printf (“Hi”);</a:t>
            </a:r>
            <a:endParaRPr/>
          </a:p>
          <a:p>
            <a:pPr marL="0" marR="0" lvl="0" indent="0" algn="l" rtl="0">
              <a:lnSpc>
                <a:spcPct val="110000"/>
              </a:lnSpc>
              <a:spcBef>
                <a:spcPts val="200"/>
              </a:spcBef>
              <a:spcAft>
                <a:spcPts val="0"/>
              </a:spcAft>
              <a:buNone/>
            </a:pPr>
            <a:r>
              <a:rPr lang="en-US" sz="1600">
                <a:solidFill>
                  <a:srgbClr val="000000"/>
                </a:solidFill>
                <a:latin typeface="Courier New"/>
                <a:ea typeface="Courier New"/>
                <a:cs typeface="Courier New"/>
                <a:sym typeface="Courier New"/>
              </a:rPr>
              <a:t>		}</a:t>
            </a:r>
            <a:endParaRPr/>
          </a:p>
          <a:p>
            <a:pPr marL="0" marR="0" lvl="0" indent="0" algn="l" rtl="0">
              <a:lnSpc>
                <a:spcPct val="110000"/>
              </a:lnSpc>
              <a:spcBef>
                <a:spcPts val="200"/>
              </a:spcBef>
              <a:spcAft>
                <a:spcPts val="0"/>
              </a:spcAft>
              <a:buNone/>
            </a:pPr>
            <a:r>
              <a:rPr lang="en-US" sz="1600">
                <a:solidFill>
                  <a:srgbClr val="000000"/>
                </a:solidFill>
                <a:latin typeface="Courier New"/>
                <a:ea typeface="Courier New"/>
                <a:cs typeface="Courier New"/>
                <a:sym typeface="Courier New"/>
              </a:rPr>
              <a:t>		else </a:t>
            </a:r>
            <a:endParaRPr/>
          </a:p>
          <a:p>
            <a:pPr marL="0" marR="0" lvl="0" indent="0" algn="l" rtl="0">
              <a:lnSpc>
                <a:spcPct val="110000"/>
              </a:lnSpc>
              <a:spcBef>
                <a:spcPts val="200"/>
              </a:spcBef>
              <a:spcAft>
                <a:spcPts val="0"/>
              </a:spcAft>
              <a:buNone/>
            </a:pPr>
            <a:r>
              <a:rPr lang="en-US" sz="1600">
                <a:solidFill>
                  <a:srgbClr val="000000"/>
                </a:solidFill>
                <a:latin typeface="Courier New"/>
                <a:ea typeface="Courier New"/>
                <a:cs typeface="Courier New"/>
                <a:sym typeface="Courier New"/>
              </a:rPr>
              <a:t>		{</a:t>
            </a:r>
            <a:endParaRPr/>
          </a:p>
          <a:p>
            <a:pPr marL="0" marR="0" lvl="0" indent="0" algn="l" rtl="0">
              <a:lnSpc>
                <a:spcPct val="110000"/>
              </a:lnSpc>
              <a:spcBef>
                <a:spcPts val="200"/>
              </a:spcBef>
              <a:spcAft>
                <a:spcPts val="0"/>
              </a:spcAft>
              <a:buNone/>
            </a:pPr>
            <a:r>
              <a:rPr lang="en-US" sz="1600">
                <a:solidFill>
                  <a:srgbClr val="000000"/>
                </a:solidFill>
                <a:latin typeface="Courier New"/>
                <a:ea typeface="Courier New"/>
                <a:cs typeface="Courier New"/>
                <a:sym typeface="Courier New"/>
              </a:rPr>
              <a:t>			printf (“Bye”);</a:t>
            </a:r>
            <a:endParaRPr/>
          </a:p>
          <a:p>
            <a:pPr marL="0" marR="0" lvl="0" indent="0" algn="l" rtl="0">
              <a:lnSpc>
                <a:spcPct val="110000"/>
              </a:lnSpc>
              <a:spcBef>
                <a:spcPts val="200"/>
              </a:spcBef>
              <a:spcAft>
                <a:spcPts val="0"/>
              </a:spcAft>
              <a:buNone/>
            </a:pPr>
            <a:r>
              <a:rPr lang="en-US" sz="1600">
                <a:solidFill>
                  <a:srgbClr val="000000"/>
                </a:solidFill>
                <a:latin typeface="Courier New"/>
                <a:ea typeface="Courier New"/>
                <a:cs typeface="Courier New"/>
                <a:sym typeface="Courier New"/>
              </a:rPr>
              <a:t>		}</a:t>
            </a:r>
            <a:endParaRPr/>
          </a:p>
          <a:p>
            <a:pPr marL="0" marR="0" lvl="0" indent="0" algn="l" rtl="0">
              <a:lnSpc>
                <a:spcPct val="110000"/>
              </a:lnSpc>
              <a:spcBef>
                <a:spcPts val="200"/>
              </a:spcBef>
              <a:spcAft>
                <a:spcPts val="0"/>
              </a:spcAft>
              <a:buNone/>
            </a:pPr>
            <a:r>
              <a:rPr lang="en-US" sz="1600">
                <a:solidFill>
                  <a:srgbClr val="000000"/>
                </a:solidFill>
                <a:latin typeface="Courier New"/>
                <a:ea typeface="Courier New"/>
                <a:cs typeface="Courier New"/>
                <a:sym typeface="Courier New"/>
              </a:rPr>
              <a:t>	}</a:t>
            </a:r>
            <a:endParaRPr/>
          </a:p>
          <a:p>
            <a:pPr marL="0" marR="0" lvl="0" indent="0" algn="l" rtl="0">
              <a:lnSpc>
                <a:spcPct val="110000"/>
              </a:lnSpc>
              <a:spcBef>
                <a:spcPts val="200"/>
              </a:spcBef>
              <a:spcAft>
                <a:spcPts val="0"/>
              </a:spcAft>
              <a:buNone/>
            </a:pPr>
            <a:r>
              <a:rPr lang="en-US" sz="1600">
                <a:solidFill>
                  <a:srgbClr val="000000"/>
                </a:solidFill>
                <a:latin typeface="Courier New"/>
                <a:ea typeface="Courier New"/>
                <a:cs typeface="Courier New"/>
                <a:sym typeface="Courier New"/>
              </a:rPr>
              <a:t>   	exit (0);</a:t>
            </a:r>
            <a:endParaRPr/>
          </a:p>
          <a:p>
            <a:pPr marL="0" marR="0" lvl="0" indent="0" algn="l" rtl="0">
              <a:lnSpc>
                <a:spcPct val="110000"/>
              </a:lnSpc>
              <a:spcBef>
                <a:spcPts val="200"/>
              </a:spcBef>
              <a:spcAft>
                <a:spcPts val="0"/>
              </a:spcAft>
              <a:buNone/>
            </a:pPr>
            <a:r>
              <a:rPr lang="en-US" sz="1600">
                <a:solidFill>
                  <a:srgbClr val="000000"/>
                </a:solidFill>
                <a:latin typeface="Courier New"/>
                <a:ea typeface="Courier New"/>
                <a:cs typeface="Courier New"/>
                <a:sym typeface="Courier New"/>
              </a:rPr>
              <a:t>}</a:t>
            </a:r>
            <a:endParaRPr/>
          </a:p>
          <a:p>
            <a:pPr marL="0" marR="0" lvl="0" indent="0" algn="l" rtl="0">
              <a:lnSpc>
                <a:spcPct val="110000"/>
              </a:lnSpc>
              <a:spcBef>
                <a:spcPts val="200"/>
              </a:spcBef>
              <a:spcAft>
                <a:spcPts val="0"/>
              </a:spcAft>
              <a:buNone/>
            </a:pPr>
            <a:endParaRPr sz="1600">
              <a:solidFill>
                <a:srgbClr val="000000"/>
              </a:solidFill>
              <a:latin typeface="Courier New"/>
              <a:ea typeface="Courier New"/>
              <a:cs typeface="Courier New"/>
              <a:sym typeface="Courier New"/>
            </a:endParaRPr>
          </a:p>
        </p:txBody>
      </p:sp>
      <p:sp>
        <p:nvSpPr>
          <p:cNvPr id="723" name="Google Shape;723;p14"/>
          <p:cNvSpPr txBox="1"/>
          <p:nvPr/>
        </p:nvSpPr>
        <p:spPr>
          <a:xfrm>
            <a:off x="5943600" y="3160655"/>
            <a:ext cx="5714797" cy="1962845"/>
          </a:xfrm>
          <a:prstGeom prst="rect">
            <a:avLst/>
          </a:prstGeom>
          <a:noFill/>
          <a:ln>
            <a:noFill/>
          </a:ln>
        </p:spPr>
        <p:txBody>
          <a:bodyPr spcFirstLastPara="1" wrap="square" lIns="91425" tIns="45700" rIns="91425" bIns="45700" anchor="t" anchorCtr="0">
            <a:spAutoFit/>
          </a:bodyPr>
          <a:lstStyle/>
          <a:p>
            <a:pPr marL="0" marR="0" lvl="0" indent="0" algn="just" rtl="0">
              <a:lnSpc>
                <a:spcPct val="130000"/>
              </a:lnSpc>
              <a:spcBef>
                <a:spcPts val="0"/>
              </a:spcBef>
              <a:spcAft>
                <a:spcPts val="0"/>
              </a:spcAft>
              <a:buNone/>
            </a:pPr>
            <a:r>
              <a:rPr lang="en-US" sz="2400">
                <a:solidFill>
                  <a:schemeClr val="accent2"/>
                </a:solidFill>
                <a:latin typeface="Arial"/>
                <a:ea typeface="Arial"/>
                <a:cs typeface="Arial"/>
                <a:sym typeface="Arial"/>
              </a:rPr>
              <a:t>new</a:t>
            </a:r>
            <a:r>
              <a:rPr lang="en-US" sz="2400">
                <a:solidFill>
                  <a:schemeClr val="dk1"/>
                </a:solidFill>
                <a:latin typeface="Arial"/>
                <a:ea typeface="Arial"/>
                <a:cs typeface="Arial"/>
                <a:sym typeface="Arial"/>
              </a:rPr>
              <a:t> – </a:t>
            </a:r>
            <a:r>
              <a:rPr lang="en-US" sz="2400">
                <a:solidFill>
                  <a:schemeClr val="accent3"/>
                </a:solidFill>
                <a:latin typeface="Arial"/>
                <a:ea typeface="Arial"/>
                <a:cs typeface="Arial"/>
                <a:sym typeface="Arial"/>
              </a:rPr>
              <a:t>ready</a:t>
            </a:r>
            <a:r>
              <a:rPr lang="en-US" sz="2400">
                <a:solidFill>
                  <a:schemeClr val="dk1"/>
                </a:solidFill>
                <a:latin typeface="Arial"/>
                <a:ea typeface="Arial"/>
                <a:cs typeface="Arial"/>
                <a:sym typeface="Arial"/>
              </a:rPr>
              <a:t> – </a:t>
            </a:r>
            <a:r>
              <a:rPr lang="en-US" sz="2400">
                <a:solidFill>
                  <a:schemeClr val="accent5"/>
                </a:solidFill>
                <a:latin typeface="Arial"/>
                <a:ea typeface="Arial"/>
                <a:cs typeface="Arial"/>
                <a:sym typeface="Arial"/>
              </a:rPr>
              <a:t>running</a:t>
            </a:r>
            <a:r>
              <a:rPr lang="en-US" sz="2400">
                <a:solidFill>
                  <a:schemeClr val="dk1"/>
                </a:solidFill>
                <a:latin typeface="Arial"/>
                <a:ea typeface="Arial"/>
                <a:cs typeface="Arial"/>
                <a:sym typeface="Arial"/>
              </a:rPr>
              <a:t> – </a:t>
            </a:r>
            <a:r>
              <a:rPr lang="en-US" sz="2400">
                <a:solidFill>
                  <a:schemeClr val="accent6"/>
                </a:solidFill>
                <a:latin typeface="Arial"/>
                <a:ea typeface="Arial"/>
                <a:cs typeface="Arial"/>
                <a:sym typeface="Arial"/>
              </a:rPr>
              <a:t>waiting</a:t>
            </a:r>
            <a:r>
              <a:rPr lang="en-US" sz="2400">
                <a:solidFill>
                  <a:schemeClr val="dk1"/>
                </a:solidFill>
                <a:latin typeface="Arial"/>
                <a:ea typeface="Arial"/>
                <a:cs typeface="Arial"/>
                <a:sym typeface="Arial"/>
              </a:rPr>
              <a:t> – </a:t>
            </a:r>
            <a:r>
              <a:rPr lang="en-US" sz="2400">
                <a:solidFill>
                  <a:schemeClr val="accent3"/>
                </a:solidFill>
                <a:latin typeface="Arial"/>
                <a:ea typeface="Arial"/>
                <a:cs typeface="Arial"/>
                <a:sym typeface="Arial"/>
              </a:rPr>
              <a:t>ready</a:t>
            </a:r>
            <a:r>
              <a:rPr lang="en-US" sz="2400">
                <a:solidFill>
                  <a:schemeClr val="dk1"/>
                </a:solidFill>
                <a:latin typeface="Arial"/>
                <a:ea typeface="Arial"/>
                <a:cs typeface="Arial"/>
                <a:sym typeface="Arial"/>
              </a:rPr>
              <a:t> – </a:t>
            </a:r>
            <a:r>
              <a:rPr lang="en-US" sz="2400">
                <a:solidFill>
                  <a:schemeClr val="accent5"/>
                </a:solidFill>
                <a:latin typeface="Arial"/>
                <a:ea typeface="Arial"/>
                <a:cs typeface="Arial"/>
                <a:sym typeface="Arial"/>
              </a:rPr>
              <a:t>running</a:t>
            </a:r>
            <a:r>
              <a:rPr lang="en-US" sz="2400">
                <a:solidFill>
                  <a:schemeClr val="dk1"/>
                </a:solidFill>
                <a:latin typeface="Arial"/>
                <a:ea typeface="Arial"/>
                <a:cs typeface="Arial"/>
                <a:sym typeface="Arial"/>
              </a:rPr>
              <a:t> – </a:t>
            </a:r>
            <a:r>
              <a:rPr lang="en-US" sz="2400">
                <a:solidFill>
                  <a:schemeClr val="accent6"/>
                </a:solidFill>
                <a:latin typeface="Arial"/>
                <a:ea typeface="Arial"/>
                <a:cs typeface="Arial"/>
                <a:sym typeface="Arial"/>
              </a:rPr>
              <a:t>waiting</a:t>
            </a:r>
            <a:r>
              <a:rPr lang="en-US" sz="2400">
                <a:solidFill>
                  <a:schemeClr val="dk1"/>
                </a:solidFill>
                <a:latin typeface="Arial"/>
                <a:ea typeface="Arial"/>
                <a:cs typeface="Arial"/>
                <a:sym typeface="Arial"/>
              </a:rPr>
              <a:t> – </a:t>
            </a:r>
            <a:r>
              <a:rPr lang="en-US" sz="2400">
                <a:solidFill>
                  <a:schemeClr val="accent3"/>
                </a:solidFill>
                <a:latin typeface="Arial"/>
                <a:ea typeface="Arial"/>
                <a:cs typeface="Arial"/>
                <a:sym typeface="Arial"/>
              </a:rPr>
              <a:t>ready</a:t>
            </a:r>
            <a:r>
              <a:rPr lang="en-US" sz="2400">
                <a:solidFill>
                  <a:schemeClr val="dk1"/>
                </a:solidFill>
                <a:latin typeface="Arial"/>
                <a:ea typeface="Arial"/>
                <a:cs typeface="Arial"/>
                <a:sym typeface="Arial"/>
              </a:rPr>
              <a:t> – </a:t>
            </a:r>
            <a:r>
              <a:rPr lang="en-US" sz="2400">
                <a:solidFill>
                  <a:schemeClr val="accent5"/>
                </a:solidFill>
                <a:latin typeface="Arial"/>
                <a:ea typeface="Arial"/>
                <a:cs typeface="Arial"/>
                <a:sym typeface="Arial"/>
              </a:rPr>
              <a:t>running</a:t>
            </a:r>
            <a:r>
              <a:rPr lang="en-US" sz="2400">
                <a:solidFill>
                  <a:schemeClr val="dk1"/>
                </a:solidFill>
                <a:latin typeface="Arial"/>
                <a:ea typeface="Arial"/>
                <a:cs typeface="Arial"/>
                <a:sym typeface="Arial"/>
              </a:rPr>
              <a:t> – </a:t>
            </a:r>
            <a:r>
              <a:rPr lang="en-US" sz="2400">
                <a:solidFill>
                  <a:schemeClr val="accent6"/>
                </a:solidFill>
                <a:latin typeface="Arial"/>
                <a:ea typeface="Arial"/>
                <a:cs typeface="Arial"/>
                <a:sym typeface="Arial"/>
              </a:rPr>
              <a:t>waiting</a:t>
            </a:r>
            <a:r>
              <a:rPr lang="en-US" sz="2400">
                <a:solidFill>
                  <a:schemeClr val="dk1"/>
                </a:solidFill>
                <a:latin typeface="Arial"/>
                <a:ea typeface="Arial"/>
                <a:cs typeface="Arial"/>
                <a:sym typeface="Arial"/>
              </a:rPr>
              <a:t> – </a:t>
            </a:r>
            <a:r>
              <a:rPr lang="en-US" sz="2400">
                <a:solidFill>
                  <a:schemeClr val="accent3"/>
                </a:solidFill>
                <a:latin typeface="Arial"/>
                <a:ea typeface="Arial"/>
                <a:cs typeface="Arial"/>
                <a:sym typeface="Arial"/>
              </a:rPr>
              <a:t>ready</a:t>
            </a:r>
            <a:r>
              <a:rPr lang="en-US" sz="2400">
                <a:solidFill>
                  <a:schemeClr val="dk1"/>
                </a:solidFill>
                <a:latin typeface="Arial"/>
                <a:ea typeface="Arial"/>
                <a:cs typeface="Arial"/>
                <a:sym typeface="Arial"/>
              </a:rPr>
              <a:t> – </a:t>
            </a:r>
            <a:r>
              <a:rPr lang="en-US" sz="2400">
                <a:solidFill>
                  <a:schemeClr val="accent5"/>
                </a:solidFill>
                <a:latin typeface="Arial"/>
                <a:ea typeface="Arial"/>
                <a:cs typeface="Arial"/>
                <a:sym typeface="Arial"/>
              </a:rPr>
              <a:t>running</a:t>
            </a:r>
            <a:r>
              <a:rPr lang="en-US" sz="2400">
                <a:solidFill>
                  <a:schemeClr val="dk1"/>
                </a:solidFill>
                <a:latin typeface="Arial"/>
                <a:ea typeface="Arial"/>
                <a:cs typeface="Arial"/>
                <a:sym typeface="Arial"/>
              </a:rPr>
              <a:t> – </a:t>
            </a:r>
            <a:r>
              <a:rPr lang="en-US" sz="2400">
                <a:solidFill>
                  <a:schemeClr val="accent6"/>
                </a:solidFill>
                <a:latin typeface="Arial"/>
                <a:ea typeface="Arial"/>
                <a:cs typeface="Arial"/>
                <a:sym typeface="Arial"/>
              </a:rPr>
              <a:t>waiting</a:t>
            </a:r>
            <a:r>
              <a:rPr lang="en-US" sz="2400">
                <a:solidFill>
                  <a:schemeClr val="dk1"/>
                </a:solidFill>
                <a:latin typeface="Arial"/>
                <a:ea typeface="Arial"/>
                <a:cs typeface="Arial"/>
                <a:sym typeface="Arial"/>
              </a:rPr>
              <a:t> – </a:t>
            </a:r>
            <a:r>
              <a:rPr lang="en-US" sz="2400">
                <a:solidFill>
                  <a:schemeClr val="accent3"/>
                </a:solidFill>
                <a:latin typeface="Arial"/>
                <a:ea typeface="Arial"/>
                <a:cs typeface="Arial"/>
                <a:sym typeface="Arial"/>
              </a:rPr>
              <a:t>ready</a:t>
            </a:r>
            <a:r>
              <a:rPr lang="en-US" sz="2400">
                <a:solidFill>
                  <a:schemeClr val="dk1"/>
                </a:solidFill>
                <a:latin typeface="Arial"/>
                <a:ea typeface="Arial"/>
                <a:cs typeface="Arial"/>
                <a:sym typeface="Arial"/>
              </a:rPr>
              <a:t> – </a:t>
            </a:r>
            <a:r>
              <a:rPr lang="en-US" sz="2400">
                <a:solidFill>
                  <a:schemeClr val="accent5"/>
                </a:solidFill>
                <a:latin typeface="Arial"/>
                <a:ea typeface="Arial"/>
                <a:cs typeface="Arial"/>
                <a:sym typeface="Arial"/>
              </a:rPr>
              <a:t>running</a:t>
            </a:r>
            <a:r>
              <a:rPr lang="en-US" sz="2400">
                <a:solidFill>
                  <a:schemeClr val="dk1"/>
                </a:solidFill>
                <a:latin typeface="Arial"/>
                <a:ea typeface="Arial"/>
                <a:cs typeface="Arial"/>
                <a:sym typeface="Arial"/>
              </a:rPr>
              <a:t> – </a:t>
            </a:r>
            <a:r>
              <a:rPr lang="en-US" sz="2400">
                <a:solidFill>
                  <a:srgbClr val="E9AE00"/>
                </a:solidFill>
                <a:latin typeface="Arial"/>
                <a:ea typeface="Arial"/>
                <a:cs typeface="Arial"/>
                <a:sym typeface="Arial"/>
              </a:rPr>
              <a:t>terminated</a:t>
            </a:r>
            <a:r>
              <a:rPr lang="en-US" sz="2400">
                <a:solidFill>
                  <a:schemeClr val="dk1"/>
                </a:solidFill>
                <a:latin typeface="Arial"/>
                <a:ea typeface="Arial"/>
                <a:cs typeface="Arial"/>
                <a:sym typeface="Arial"/>
              </a:rPr>
              <a:t> </a:t>
            </a:r>
            <a:endParaRPr sz="2400">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2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2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2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2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2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2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2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2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2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2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22">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22">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722">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722">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722">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722">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722">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719">
                                            <p:txEl>
                                              <p:pRg st="0" end="0"/>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nodeType="clickEffect">
                                  <p:stCondLst>
                                    <p:cond delay="0"/>
                                  </p:stCondLst>
                                  <p:childTnLst>
                                    <p:set>
                                      <p:cBhvr>
                                        <p:cTn id="86" dur="1" fill="hold">
                                          <p:stCondLst>
                                            <p:cond delay="0"/>
                                          </p:stCondLst>
                                        </p:cTn>
                                        <p:tgtEl>
                                          <p:spTgt spid="723"/>
                                        </p:tgtEl>
                                        <p:attrNameLst>
                                          <p:attrName>style.visibility</p:attrName>
                                        </p:attrNameLst>
                                      </p:cBhvr>
                                      <p:to>
                                        <p:strVal val="visible"/>
                                      </p:to>
                                    </p:set>
                                    <p:anim calcmode="lin" valueType="num">
                                      <p:cBhvr additive="base">
                                        <p:cTn id="87" dur="500"/>
                                        <p:tgtEl>
                                          <p:spTgt spid="7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15"/>
          <p:cNvSpPr txBox="1">
            <a:spLocks noGrp="1"/>
          </p:cNvSpPr>
          <p:nvPr>
            <p:ph type="sldNum" idx="12"/>
          </p:nvPr>
        </p:nvSpPr>
        <p:spPr>
          <a:xfrm>
            <a:off x="11899392" y="6542216"/>
            <a:ext cx="292608" cy="31578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15</a:t>
            </a:fld>
            <a:endParaRPr/>
          </a:p>
        </p:txBody>
      </p:sp>
      <p:sp>
        <p:nvSpPr>
          <p:cNvPr id="729" name="Google Shape;729;p15"/>
          <p:cNvSpPr txBox="1">
            <a:spLocks noGrp="1"/>
          </p:cNvSpPr>
          <p:nvPr>
            <p:ph type="body" idx="1"/>
          </p:nvPr>
        </p:nvSpPr>
        <p:spPr>
          <a:xfrm>
            <a:off x="1470929" y="1801591"/>
            <a:ext cx="8913812" cy="117809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F7FF"/>
              </a:buClr>
              <a:buSzPts val="4400"/>
              <a:buNone/>
            </a:pPr>
            <a:r>
              <a:rPr lang="en-US"/>
              <a:t>PROCESS CONTROL BLOCK</a:t>
            </a:r>
            <a:endParaRPr/>
          </a:p>
        </p:txBody>
      </p:sp>
      <p:sp>
        <p:nvSpPr>
          <p:cNvPr id="730" name="Google Shape;730;p15"/>
          <p:cNvSpPr txBox="1">
            <a:spLocks noGrp="1"/>
          </p:cNvSpPr>
          <p:nvPr>
            <p:ph type="body" idx="2"/>
          </p:nvPr>
        </p:nvSpPr>
        <p:spPr>
          <a:xfrm>
            <a:off x="1470930" y="3169159"/>
            <a:ext cx="8913813" cy="6951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800"/>
              <a:buNone/>
            </a:pPr>
            <a:endParaRPr sz="2800"/>
          </a:p>
        </p:txBody>
      </p:sp>
      <p:sp>
        <p:nvSpPr>
          <p:cNvPr id="731" name="Google Shape;731;p15"/>
          <p:cNvSpPr txBox="1">
            <a:spLocks noGrp="1"/>
          </p:cNvSpPr>
          <p:nvPr>
            <p:ph type="body" idx="3"/>
          </p:nvPr>
        </p:nvSpPr>
        <p:spPr>
          <a:xfrm>
            <a:off x="1470930" y="4137397"/>
            <a:ext cx="7147030" cy="916698"/>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rgbClr val="F2F2F2"/>
              </a:buClr>
              <a:buSzPts val="1000"/>
              <a:buNone/>
            </a:pPr>
            <a:endParaRPr/>
          </a:p>
        </p:txBody>
      </p:sp>
      <p:sp>
        <p:nvSpPr>
          <p:cNvPr id="732" name="Google Shape;732;p15"/>
          <p:cNvSpPr txBox="1">
            <a:spLocks noGrp="1"/>
          </p:cNvSpPr>
          <p:nvPr>
            <p:ph type="body" idx="4"/>
          </p:nvPr>
        </p:nvSpPr>
        <p:spPr>
          <a:xfrm>
            <a:off x="8896576" y="5231902"/>
            <a:ext cx="2521280" cy="1577819"/>
          </a:xfrm>
          <a:prstGeom prst="rect">
            <a:avLst/>
          </a:prstGeom>
          <a:noFill/>
          <a:ln>
            <a:noFill/>
          </a:ln>
        </p:spPr>
        <p:txBody>
          <a:bodyPr spcFirstLastPara="1" wrap="square" lIns="91425" tIns="45700" rIns="91425" bIns="45700" anchor="t" anchorCtr="0">
            <a:normAutofit lnSpcReduction="10000"/>
          </a:bodyPr>
          <a:lstStyle/>
          <a:p>
            <a:pPr marL="0" lvl="0" indent="0" algn="r" rtl="0">
              <a:lnSpc>
                <a:spcPct val="90000"/>
              </a:lnSpc>
              <a:spcBef>
                <a:spcPts val="0"/>
              </a:spcBef>
              <a:spcAft>
                <a:spcPts val="0"/>
              </a:spcAft>
              <a:buClr>
                <a:srgbClr val="00F7FF"/>
              </a:buClr>
              <a:buSzPts val="12000"/>
              <a:buNone/>
            </a:pPr>
            <a:r>
              <a:rPr lang="en-US"/>
              <a:t>3</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16"/>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3. Process Control Block</a:t>
            </a:r>
            <a:endParaRPr/>
          </a:p>
        </p:txBody>
      </p:sp>
      <p:sp>
        <p:nvSpPr>
          <p:cNvPr id="738" name="Google Shape;738;p16"/>
          <p:cNvSpPr txBox="1">
            <a:spLocks noGrp="1"/>
          </p:cNvSpPr>
          <p:nvPr>
            <p:ph type="body" idx="1"/>
          </p:nvPr>
        </p:nvSpPr>
        <p:spPr>
          <a:xfrm>
            <a:off x="774145" y="1233824"/>
            <a:ext cx="7166088" cy="4943139"/>
          </a:xfrm>
          <a:prstGeom prst="rect">
            <a:avLst/>
          </a:prstGeom>
          <a:noFill/>
          <a:ln>
            <a:noFill/>
          </a:ln>
        </p:spPr>
        <p:txBody>
          <a:bodyPr spcFirstLastPara="1" wrap="square" lIns="91425" tIns="45700" rIns="91425" bIns="45700" anchor="t" anchorCtr="0">
            <a:normAutofit fontScale="77500" lnSpcReduction="20000"/>
          </a:bodyPr>
          <a:lstStyle/>
          <a:p>
            <a:pPr marL="228600" lvl="0" indent="-228600" algn="just" rtl="0">
              <a:lnSpc>
                <a:spcPct val="130000"/>
              </a:lnSpc>
              <a:spcBef>
                <a:spcPts val="0"/>
              </a:spcBef>
              <a:spcAft>
                <a:spcPts val="0"/>
              </a:spcAft>
              <a:buClr>
                <a:schemeClr val="dk1"/>
              </a:buClr>
              <a:buSzPct val="100000"/>
              <a:buChar char="•"/>
            </a:pPr>
            <a:r>
              <a:rPr lang="en-US"/>
              <a:t>Mỗi tiến trình trong hệ thống đều được cấp phát một </a:t>
            </a:r>
            <a:r>
              <a:rPr lang="en-US" b="1">
                <a:solidFill>
                  <a:srgbClr val="0072FF"/>
                </a:solidFill>
              </a:rPr>
              <a:t>Process Control Block </a:t>
            </a:r>
            <a:r>
              <a:rPr lang="en-US"/>
              <a:t>(PCB).</a:t>
            </a:r>
            <a:endParaRPr/>
          </a:p>
          <a:p>
            <a:pPr marL="685800" lvl="1" indent="-228600" algn="just" rtl="0">
              <a:lnSpc>
                <a:spcPct val="130000"/>
              </a:lnSpc>
              <a:spcBef>
                <a:spcPts val="600"/>
              </a:spcBef>
              <a:spcAft>
                <a:spcPts val="0"/>
              </a:spcAft>
              <a:buClr>
                <a:schemeClr val="dk1"/>
              </a:buClr>
              <a:buSzPct val="100000"/>
              <a:buChar char="•"/>
            </a:pPr>
            <a:r>
              <a:rPr lang="en-US"/>
              <a:t>PCB là một trong các cấu trúc dữ liệu quan trọng nhất của hệ điều hành.</a:t>
            </a:r>
            <a:endParaRPr/>
          </a:p>
          <a:p>
            <a:pPr marL="228600" lvl="0" indent="-228600" algn="just" rtl="0">
              <a:lnSpc>
                <a:spcPct val="130000"/>
              </a:lnSpc>
              <a:spcBef>
                <a:spcPts val="600"/>
              </a:spcBef>
              <a:spcAft>
                <a:spcPts val="0"/>
              </a:spcAft>
              <a:buClr>
                <a:schemeClr val="dk1"/>
              </a:buClr>
              <a:buSzPct val="100000"/>
              <a:buChar char="•"/>
            </a:pPr>
            <a:r>
              <a:rPr lang="en-US"/>
              <a:t>PCB gồm:</a:t>
            </a:r>
            <a:endParaRPr/>
          </a:p>
          <a:p>
            <a:pPr marL="685800" lvl="1" indent="-228600" algn="just" rtl="0">
              <a:lnSpc>
                <a:spcPct val="130000"/>
              </a:lnSpc>
              <a:spcBef>
                <a:spcPts val="600"/>
              </a:spcBef>
              <a:spcAft>
                <a:spcPts val="0"/>
              </a:spcAft>
              <a:buClr>
                <a:schemeClr val="dk1"/>
              </a:buClr>
              <a:buSzPct val="100000"/>
              <a:buChar char="•"/>
            </a:pPr>
            <a:r>
              <a:rPr lang="en-US"/>
              <a:t>Trạng thái tiến trình: new, ready, running,…</a:t>
            </a:r>
            <a:endParaRPr/>
          </a:p>
          <a:p>
            <a:pPr marL="685800" lvl="1" indent="-228600" algn="just" rtl="0">
              <a:lnSpc>
                <a:spcPct val="130000"/>
              </a:lnSpc>
              <a:spcBef>
                <a:spcPts val="600"/>
              </a:spcBef>
              <a:spcAft>
                <a:spcPts val="0"/>
              </a:spcAft>
              <a:buClr>
                <a:schemeClr val="dk1"/>
              </a:buClr>
              <a:buSzPct val="100000"/>
              <a:buChar char="•"/>
            </a:pPr>
            <a:r>
              <a:rPr lang="en-US"/>
              <a:t>Bộ đếm chương trình</a:t>
            </a:r>
            <a:endParaRPr/>
          </a:p>
          <a:p>
            <a:pPr marL="685800" lvl="1" indent="-228600" algn="just" rtl="0">
              <a:lnSpc>
                <a:spcPct val="130000"/>
              </a:lnSpc>
              <a:spcBef>
                <a:spcPts val="600"/>
              </a:spcBef>
              <a:spcAft>
                <a:spcPts val="0"/>
              </a:spcAft>
              <a:buClr>
                <a:schemeClr val="dk1"/>
              </a:buClr>
              <a:buSzPct val="100000"/>
              <a:buChar char="•"/>
            </a:pPr>
            <a:r>
              <a:rPr lang="en-US"/>
              <a:t>Các thanh ghi</a:t>
            </a:r>
            <a:endParaRPr/>
          </a:p>
          <a:p>
            <a:pPr marL="685800" lvl="1" indent="-228600" algn="just" rtl="0">
              <a:lnSpc>
                <a:spcPct val="130000"/>
              </a:lnSpc>
              <a:spcBef>
                <a:spcPts val="600"/>
              </a:spcBef>
              <a:spcAft>
                <a:spcPts val="0"/>
              </a:spcAft>
              <a:buClr>
                <a:schemeClr val="dk1"/>
              </a:buClr>
              <a:buSzPct val="100000"/>
              <a:buChar char="•"/>
            </a:pPr>
            <a:r>
              <a:rPr lang="en-US"/>
              <a:t>Thông tin lập thời biểu CPU: độ ưu tiên, …</a:t>
            </a:r>
            <a:endParaRPr/>
          </a:p>
          <a:p>
            <a:pPr marL="685800" lvl="1" indent="-228600" algn="just" rtl="0">
              <a:lnSpc>
                <a:spcPct val="130000"/>
              </a:lnSpc>
              <a:spcBef>
                <a:spcPts val="600"/>
              </a:spcBef>
              <a:spcAft>
                <a:spcPts val="0"/>
              </a:spcAft>
              <a:buClr>
                <a:schemeClr val="dk1"/>
              </a:buClr>
              <a:buSzPct val="100000"/>
              <a:buChar char="•"/>
            </a:pPr>
            <a:r>
              <a:rPr lang="en-US"/>
              <a:t>Thông tin quản lý bộ nhớ</a:t>
            </a:r>
            <a:endParaRPr/>
          </a:p>
          <a:p>
            <a:pPr marL="685800" lvl="1" indent="-228600" algn="just" rtl="0">
              <a:lnSpc>
                <a:spcPct val="130000"/>
              </a:lnSpc>
              <a:spcBef>
                <a:spcPts val="600"/>
              </a:spcBef>
              <a:spcAft>
                <a:spcPts val="0"/>
              </a:spcAft>
              <a:buClr>
                <a:schemeClr val="dk1"/>
              </a:buClr>
              <a:buSzPct val="100000"/>
              <a:buChar char="•"/>
            </a:pPr>
            <a:r>
              <a:rPr lang="en-US"/>
              <a:t>Thông tin: lượng CPU, thời gian sử dụng,</a:t>
            </a:r>
            <a:endParaRPr/>
          </a:p>
          <a:p>
            <a:pPr marL="685800" lvl="1" indent="-228600" algn="just" rtl="0">
              <a:lnSpc>
                <a:spcPct val="130000"/>
              </a:lnSpc>
              <a:spcBef>
                <a:spcPts val="600"/>
              </a:spcBef>
              <a:spcAft>
                <a:spcPts val="0"/>
              </a:spcAft>
              <a:buClr>
                <a:schemeClr val="dk1"/>
              </a:buClr>
              <a:buSzPct val="100000"/>
              <a:buChar char="•"/>
            </a:pPr>
            <a:r>
              <a:rPr lang="en-US"/>
              <a:t>Thông tin trạng thái I/O</a:t>
            </a:r>
            <a:endParaRPr/>
          </a:p>
        </p:txBody>
      </p:sp>
      <p:sp>
        <p:nvSpPr>
          <p:cNvPr id="739" name="Google Shape;739;p16"/>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740" name="Google Shape;740;p16"/>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16</a:t>
            </a:fld>
            <a:endParaRPr/>
          </a:p>
        </p:txBody>
      </p:sp>
      <p:pic>
        <p:nvPicPr>
          <p:cNvPr id="741" name="Google Shape;741;p16"/>
          <p:cNvPicPr preferRelativeResize="0"/>
          <p:nvPr/>
        </p:nvPicPr>
        <p:blipFill rotWithShape="1">
          <a:blip r:embed="rId3">
            <a:alphaModFix/>
          </a:blip>
          <a:srcRect l="28017" t="731" r="28017" b="540"/>
          <a:stretch/>
        </p:blipFill>
        <p:spPr>
          <a:xfrm>
            <a:off x="8681724" y="1411572"/>
            <a:ext cx="2499419" cy="4490907"/>
          </a:xfrm>
          <a:prstGeom prst="rect">
            <a:avLst/>
          </a:prstGeom>
          <a:noFill/>
          <a:ln w="57150" cap="flat" cmpd="thickThin">
            <a:solidFill>
              <a:schemeClr val="dk1"/>
            </a:solidFill>
            <a:prstDash val="solid"/>
            <a:miter lim="800000"/>
            <a:headEnd type="none" w="sm" len="sm"/>
            <a:tailEnd type="none" w="sm" len="sm"/>
          </a:ln>
        </p:spPr>
      </p:pic>
      <p:sp>
        <p:nvSpPr>
          <p:cNvPr id="742" name="Google Shape;742;p16"/>
          <p:cNvSpPr txBox="1"/>
          <p:nvPr/>
        </p:nvSpPr>
        <p:spPr>
          <a:xfrm>
            <a:off x="8631577" y="891234"/>
            <a:ext cx="779381" cy="461217"/>
          </a:xfrm>
          <a:prstGeom prst="rect">
            <a:avLst/>
          </a:prstGeom>
          <a:gradFill>
            <a:gsLst>
              <a:gs pos="0">
                <a:srgbClr val="0072FF"/>
              </a:gs>
              <a:gs pos="100000">
                <a:srgbClr val="00C6FF"/>
              </a:gs>
            </a:gsLst>
            <a:lin ang="5400000" scaled="0"/>
          </a:gradFill>
          <a:ln w="25400" cap="rnd" cmpd="sng">
            <a:solidFill>
              <a:srgbClr val="0072FF"/>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lnSpc>
                <a:spcPct val="120000"/>
              </a:lnSpc>
              <a:spcBef>
                <a:spcPts val="0"/>
              </a:spcBef>
              <a:spcAft>
                <a:spcPts val="0"/>
              </a:spcAft>
              <a:buNone/>
            </a:pPr>
            <a:r>
              <a:rPr lang="en-US" sz="2200" b="1">
                <a:solidFill>
                  <a:schemeClr val="lt1"/>
                </a:solidFill>
                <a:latin typeface="Arial"/>
                <a:ea typeface="Arial"/>
                <a:cs typeface="Arial"/>
                <a:sym typeface="Arial"/>
              </a:rPr>
              <a:t>PCB</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38">
                                            <p:txEl>
                                              <p:pRg st="0" end="0"/>
                                            </p:txEl>
                                          </p:spTgt>
                                        </p:tgtEl>
                                        <p:attrNameLst>
                                          <p:attrName>style.visibility</p:attrName>
                                        </p:attrNameLst>
                                      </p:cBhvr>
                                      <p:to>
                                        <p:strVal val="visible"/>
                                      </p:to>
                                    </p:set>
                                    <p:anim calcmode="lin" valueType="num">
                                      <p:cBhvr additive="base">
                                        <p:cTn id="7" dur="500"/>
                                        <p:tgtEl>
                                          <p:spTgt spid="73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38">
                                            <p:txEl>
                                              <p:pRg st="1" end="1"/>
                                            </p:txEl>
                                          </p:spTgt>
                                        </p:tgtEl>
                                        <p:attrNameLst>
                                          <p:attrName>style.visibility</p:attrName>
                                        </p:attrNameLst>
                                      </p:cBhvr>
                                      <p:to>
                                        <p:strVal val="visible"/>
                                      </p:to>
                                    </p:set>
                                    <p:anim calcmode="lin" valueType="num">
                                      <p:cBhvr additive="base">
                                        <p:cTn id="12" dur="500"/>
                                        <p:tgtEl>
                                          <p:spTgt spid="73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38">
                                            <p:txEl>
                                              <p:pRg st="2" end="2"/>
                                            </p:txEl>
                                          </p:spTgt>
                                        </p:tgtEl>
                                        <p:attrNameLst>
                                          <p:attrName>style.visibility</p:attrName>
                                        </p:attrNameLst>
                                      </p:cBhvr>
                                      <p:to>
                                        <p:strVal val="visible"/>
                                      </p:to>
                                    </p:set>
                                    <p:anim calcmode="lin" valueType="num">
                                      <p:cBhvr additive="base">
                                        <p:cTn id="17" dur="500"/>
                                        <p:tgtEl>
                                          <p:spTgt spid="73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738">
                                            <p:txEl>
                                              <p:pRg st="3" end="3"/>
                                            </p:txEl>
                                          </p:spTgt>
                                        </p:tgtEl>
                                        <p:attrNameLst>
                                          <p:attrName>style.visibility</p:attrName>
                                        </p:attrNameLst>
                                      </p:cBhvr>
                                      <p:to>
                                        <p:strVal val="visible"/>
                                      </p:to>
                                    </p:set>
                                    <p:anim calcmode="lin" valueType="num">
                                      <p:cBhvr additive="base">
                                        <p:cTn id="22" dur="500"/>
                                        <p:tgtEl>
                                          <p:spTgt spid="73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38">
                                            <p:txEl>
                                              <p:pRg st="4" end="4"/>
                                            </p:txEl>
                                          </p:spTgt>
                                        </p:tgtEl>
                                        <p:attrNameLst>
                                          <p:attrName>style.visibility</p:attrName>
                                        </p:attrNameLst>
                                      </p:cBhvr>
                                      <p:to>
                                        <p:strVal val="visible"/>
                                      </p:to>
                                    </p:set>
                                    <p:anim calcmode="lin" valueType="num">
                                      <p:cBhvr additive="base">
                                        <p:cTn id="27" dur="500"/>
                                        <p:tgtEl>
                                          <p:spTgt spid="73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738">
                                            <p:txEl>
                                              <p:pRg st="5" end="5"/>
                                            </p:txEl>
                                          </p:spTgt>
                                        </p:tgtEl>
                                        <p:attrNameLst>
                                          <p:attrName>style.visibility</p:attrName>
                                        </p:attrNameLst>
                                      </p:cBhvr>
                                      <p:to>
                                        <p:strVal val="visible"/>
                                      </p:to>
                                    </p:set>
                                    <p:anim calcmode="lin" valueType="num">
                                      <p:cBhvr additive="base">
                                        <p:cTn id="32" dur="500"/>
                                        <p:tgtEl>
                                          <p:spTgt spid="73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38">
                                            <p:txEl>
                                              <p:pRg st="6" end="6"/>
                                            </p:txEl>
                                          </p:spTgt>
                                        </p:tgtEl>
                                        <p:attrNameLst>
                                          <p:attrName>style.visibility</p:attrName>
                                        </p:attrNameLst>
                                      </p:cBhvr>
                                      <p:to>
                                        <p:strVal val="visible"/>
                                      </p:to>
                                    </p:set>
                                    <p:anim calcmode="lin" valueType="num">
                                      <p:cBhvr additive="base">
                                        <p:cTn id="37" dur="500"/>
                                        <p:tgtEl>
                                          <p:spTgt spid="73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738">
                                            <p:txEl>
                                              <p:pRg st="7" end="7"/>
                                            </p:txEl>
                                          </p:spTgt>
                                        </p:tgtEl>
                                        <p:attrNameLst>
                                          <p:attrName>style.visibility</p:attrName>
                                        </p:attrNameLst>
                                      </p:cBhvr>
                                      <p:to>
                                        <p:strVal val="visible"/>
                                      </p:to>
                                    </p:set>
                                    <p:anim calcmode="lin" valueType="num">
                                      <p:cBhvr additive="base">
                                        <p:cTn id="42" dur="500"/>
                                        <p:tgtEl>
                                          <p:spTgt spid="738">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738">
                                            <p:txEl>
                                              <p:pRg st="8" end="8"/>
                                            </p:txEl>
                                          </p:spTgt>
                                        </p:tgtEl>
                                        <p:attrNameLst>
                                          <p:attrName>style.visibility</p:attrName>
                                        </p:attrNameLst>
                                      </p:cBhvr>
                                      <p:to>
                                        <p:strVal val="visible"/>
                                      </p:to>
                                    </p:set>
                                    <p:anim calcmode="lin" valueType="num">
                                      <p:cBhvr additive="base">
                                        <p:cTn id="47" dur="500"/>
                                        <p:tgtEl>
                                          <p:spTgt spid="738">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738">
                                            <p:txEl>
                                              <p:pRg st="9" end="9"/>
                                            </p:txEl>
                                          </p:spTgt>
                                        </p:tgtEl>
                                        <p:attrNameLst>
                                          <p:attrName>style.visibility</p:attrName>
                                        </p:attrNameLst>
                                      </p:cBhvr>
                                      <p:to>
                                        <p:strVal val="visible"/>
                                      </p:to>
                                    </p:set>
                                    <p:anim calcmode="lin" valueType="num">
                                      <p:cBhvr additive="base">
                                        <p:cTn id="52" dur="500"/>
                                        <p:tgtEl>
                                          <p:spTgt spid="738">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741"/>
                                        </p:tgtEl>
                                        <p:attrNameLst>
                                          <p:attrName>style.visibility</p:attrName>
                                        </p:attrNameLst>
                                      </p:cBhvr>
                                      <p:to>
                                        <p:strVal val="visible"/>
                                      </p:to>
                                    </p:set>
                                    <p:anim calcmode="lin" valueType="num">
                                      <p:cBhvr additive="base">
                                        <p:cTn id="57" dur="500"/>
                                        <p:tgtEl>
                                          <p:spTgt spid="741"/>
                                        </p:tgtEl>
                                        <p:attrNameLst>
                                          <p:attrName>ppt_y</p:attrName>
                                        </p:attrNameLst>
                                      </p:cBhvr>
                                      <p:tavLst>
                                        <p:tav tm="0">
                                          <p:val>
                                            <p:strVal val="#ppt_y+1"/>
                                          </p:val>
                                        </p:tav>
                                        <p:tav tm="100000">
                                          <p:val>
                                            <p:strVal val="#ppt_y"/>
                                          </p:val>
                                        </p:tav>
                                      </p:tavLst>
                                    </p:anim>
                                  </p:childTnLst>
                                </p:cTn>
                              </p:par>
                              <p:par>
                                <p:cTn id="58" presetID="2" presetClass="entr" presetSubtype="4" fill="hold" nodeType="withEffect">
                                  <p:stCondLst>
                                    <p:cond delay="0"/>
                                  </p:stCondLst>
                                  <p:childTnLst>
                                    <p:set>
                                      <p:cBhvr>
                                        <p:cTn id="59" dur="1" fill="hold">
                                          <p:stCondLst>
                                            <p:cond delay="0"/>
                                          </p:stCondLst>
                                        </p:cTn>
                                        <p:tgtEl>
                                          <p:spTgt spid="742"/>
                                        </p:tgtEl>
                                        <p:attrNameLst>
                                          <p:attrName>style.visibility</p:attrName>
                                        </p:attrNameLst>
                                      </p:cBhvr>
                                      <p:to>
                                        <p:strVal val="visible"/>
                                      </p:to>
                                    </p:set>
                                    <p:anim calcmode="lin" valueType="num">
                                      <p:cBhvr additive="base">
                                        <p:cTn id="60" dur="500"/>
                                        <p:tgtEl>
                                          <p:spTgt spid="7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p17"/>
          <p:cNvSpPr txBox="1">
            <a:spLocks noGrp="1"/>
          </p:cNvSpPr>
          <p:nvPr>
            <p:ph type="sldNum" idx="12"/>
          </p:nvPr>
        </p:nvSpPr>
        <p:spPr>
          <a:xfrm>
            <a:off x="11899392" y="6542216"/>
            <a:ext cx="292608" cy="31578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17</a:t>
            </a:fld>
            <a:endParaRPr/>
          </a:p>
        </p:txBody>
      </p:sp>
      <p:sp>
        <p:nvSpPr>
          <p:cNvPr id="748" name="Google Shape;748;p17"/>
          <p:cNvSpPr txBox="1">
            <a:spLocks noGrp="1"/>
          </p:cNvSpPr>
          <p:nvPr>
            <p:ph type="body" idx="1"/>
          </p:nvPr>
        </p:nvSpPr>
        <p:spPr>
          <a:xfrm>
            <a:off x="1470929" y="2095027"/>
            <a:ext cx="7918398" cy="8846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F7FF"/>
              </a:buClr>
              <a:buSzPts val="4400"/>
              <a:buNone/>
            </a:pPr>
            <a:r>
              <a:rPr lang="en-US"/>
              <a:t>4. ĐỊNH THỜI TIẾN TRÌNH</a:t>
            </a:r>
            <a:endParaRPr/>
          </a:p>
        </p:txBody>
      </p:sp>
      <p:sp>
        <p:nvSpPr>
          <p:cNvPr id="749" name="Google Shape;749;p17"/>
          <p:cNvSpPr txBox="1">
            <a:spLocks noGrp="1"/>
          </p:cNvSpPr>
          <p:nvPr>
            <p:ph type="body" idx="2"/>
          </p:nvPr>
        </p:nvSpPr>
        <p:spPr>
          <a:xfrm>
            <a:off x="1470930" y="3169159"/>
            <a:ext cx="8913813" cy="6951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800"/>
              <a:buNone/>
            </a:pPr>
            <a:endParaRPr sz="2800"/>
          </a:p>
        </p:txBody>
      </p:sp>
      <p:sp>
        <p:nvSpPr>
          <p:cNvPr id="750" name="Google Shape;750;p17"/>
          <p:cNvSpPr txBox="1">
            <a:spLocks noGrp="1"/>
          </p:cNvSpPr>
          <p:nvPr>
            <p:ph type="body" idx="3"/>
          </p:nvPr>
        </p:nvSpPr>
        <p:spPr>
          <a:xfrm>
            <a:off x="1470930" y="4137397"/>
            <a:ext cx="7147030" cy="916698"/>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rgbClr val="F2F2F2"/>
              </a:buClr>
              <a:buSzPts val="1000"/>
              <a:buNone/>
            </a:pPr>
            <a:endParaRPr/>
          </a:p>
        </p:txBody>
      </p:sp>
      <p:sp>
        <p:nvSpPr>
          <p:cNvPr id="751" name="Google Shape;751;p17"/>
          <p:cNvSpPr txBox="1">
            <a:spLocks noGrp="1"/>
          </p:cNvSpPr>
          <p:nvPr>
            <p:ph type="body" idx="4"/>
          </p:nvPr>
        </p:nvSpPr>
        <p:spPr>
          <a:xfrm>
            <a:off x="8896576" y="5231902"/>
            <a:ext cx="2521280" cy="1577819"/>
          </a:xfrm>
          <a:prstGeom prst="rect">
            <a:avLst/>
          </a:prstGeom>
          <a:noFill/>
          <a:ln>
            <a:noFill/>
          </a:ln>
        </p:spPr>
        <p:txBody>
          <a:bodyPr spcFirstLastPara="1" wrap="square" lIns="91425" tIns="45700" rIns="91425" bIns="45700" anchor="t" anchorCtr="0">
            <a:normAutofit lnSpcReduction="10000"/>
          </a:bodyPr>
          <a:lstStyle/>
          <a:p>
            <a:pPr marL="0" lvl="0" indent="0" algn="r" rtl="0">
              <a:lnSpc>
                <a:spcPct val="90000"/>
              </a:lnSpc>
              <a:spcBef>
                <a:spcPts val="0"/>
              </a:spcBef>
              <a:spcAft>
                <a:spcPts val="0"/>
              </a:spcAft>
              <a:buClr>
                <a:srgbClr val="00F7FF"/>
              </a:buClr>
              <a:buSzPts val="12000"/>
              <a:buNone/>
            </a:pPr>
            <a:r>
              <a:rPr lang="en-US"/>
              <a:t>4</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18"/>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000"/>
              <a:buFont typeface="Times New Roman"/>
              <a:buNone/>
            </a:pPr>
            <a:r>
              <a:rPr lang="en-US" sz="4000"/>
              <a:t>4. Định thời tiến trình</a:t>
            </a:r>
            <a:endParaRPr/>
          </a:p>
        </p:txBody>
      </p:sp>
      <p:sp>
        <p:nvSpPr>
          <p:cNvPr id="757" name="Google Shape;757;p18"/>
          <p:cNvSpPr txBox="1">
            <a:spLocks noGrp="1"/>
          </p:cNvSpPr>
          <p:nvPr>
            <p:ph type="body" idx="1"/>
          </p:nvPr>
        </p:nvSpPr>
        <p:spPr>
          <a:xfrm>
            <a:off x="774145" y="2115882"/>
            <a:ext cx="10579654" cy="3891379"/>
          </a:xfrm>
          <a:prstGeom prst="rect">
            <a:avLst/>
          </a:prstGeom>
          <a:noFill/>
          <a:ln>
            <a:noFill/>
          </a:ln>
        </p:spPr>
        <p:txBody>
          <a:bodyPr spcFirstLastPara="1" wrap="square" lIns="91425" tIns="45700" rIns="91425" bIns="45700" anchor="t" anchorCtr="0">
            <a:normAutofit/>
          </a:bodyPr>
          <a:lstStyle/>
          <a:p>
            <a:pPr marL="228600" lvl="0" indent="-228600" algn="just" rtl="0">
              <a:lnSpc>
                <a:spcPct val="130000"/>
              </a:lnSpc>
              <a:spcBef>
                <a:spcPts val="0"/>
              </a:spcBef>
              <a:spcAft>
                <a:spcPts val="0"/>
              </a:spcAft>
              <a:buClr>
                <a:schemeClr val="dk1"/>
              </a:buClr>
              <a:buSzPts val="2400"/>
              <a:buChar char="•"/>
            </a:pPr>
            <a:r>
              <a:rPr lang="en-US" sz="2400"/>
              <a:t>Hỗ trợ sự thực thi luân phiên giữa nhiều tiến trình:</a:t>
            </a:r>
            <a:endParaRPr sz="2400"/>
          </a:p>
          <a:p>
            <a:pPr marL="685800" lvl="1" indent="-228600" algn="just" rtl="0">
              <a:lnSpc>
                <a:spcPct val="130000"/>
              </a:lnSpc>
              <a:spcBef>
                <a:spcPts val="600"/>
              </a:spcBef>
              <a:spcAft>
                <a:spcPts val="0"/>
              </a:spcAft>
              <a:buClr>
                <a:schemeClr val="dk1"/>
              </a:buClr>
              <a:buSzPts val="2000"/>
              <a:buChar char="•"/>
            </a:pPr>
            <a:r>
              <a:rPr lang="en-US" sz="2000"/>
              <a:t>Hiệu suất sử dụng CPU</a:t>
            </a:r>
            <a:endParaRPr/>
          </a:p>
          <a:p>
            <a:pPr marL="685800" lvl="1" indent="-228600" algn="just" rtl="0">
              <a:lnSpc>
                <a:spcPct val="130000"/>
              </a:lnSpc>
              <a:spcBef>
                <a:spcPts val="600"/>
              </a:spcBef>
              <a:spcAft>
                <a:spcPts val="0"/>
              </a:spcAft>
              <a:buClr>
                <a:schemeClr val="dk1"/>
              </a:buClr>
              <a:buSzPts val="2000"/>
              <a:buChar char="•"/>
            </a:pPr>
            <a:r>
              <a:rPr lang="en-US" sz="2000"/>
              <a:t>Thời gian đáp ứng</a:t>
            </a:r>
            <a:endParaRPr/>
          </a:p>
          <a:p>
            <a:pPr marL="228600" lvl="0" indent="-228600" algn="just" rtl="0">
              <a:lnSpc>
                <a:spcPct val="130000"/>
              </a:lnSpc>
              <a:spcBef>
                <a:spcPts val="600"/>
              </a:spcBef>
              <a:spcAft>
                <a:spcPts val="0"/>
              </a:spcAft>
              <a:buClr>
                <a:schemeClr val="dk1"/>
              </a:buClr>
              <a:buSzPts val="2400"/>
              <a:buChar char="•"/>
            </a:pPr>
            <a:r>
              <a:rPr lang="en-US" sz="2400"/>
              <a:t>Phân phối tài nguyên hệ thống hợp lý.</a:t>
            </a:r>
            <a:endParaRPr sz="2400"/>
          </a:p>
          <a:p>
            <a:pPr marL="228600" lvl="0" indent="-228600" algn="just" rtl="0">
              <a:lnSpc>
                <a:spcPct val="130000"/>
              </a:lnSpc>
              <a:spcBef>
                <a:spcPts val="600"/>
              </a:spcBef>
              <a:spcAft>
                <a:spcPts val="0"/>
              </a:spcAft>
              <a:buClr>
                <a:schemeClr val="dk1"/>
              </a:buClr>
              <a:buSzPts val="2400"/>
              <a:buChar char="•"/>
            </a:pPr>
            <a:r>
              <a:rPr lang="en-US" sz="2400"/>
              <a:t>Tránh deadlock, trì hoãn vô hạn định.</a:t>
            </a:r>
            <a:endParaRPr sz="2400"/>
          </a:p>
          <a:p>
            <a:pPr marL="228600" lvl="0" indent="-228600" algn="just" rtl="0">
              <a:lnSpc>
                <a:spcPct val="130000"/>
              </a:lnSpc>
              <a:spcBef>
                <a:spcPts val="600"/>
              </a:spcBef>
              <a:spcAft>
                <a:spcPts val="0"/>
              </a:spcAft>
              <a:buClr>
                <a:schemeClr val="dk1"/>
              </a:buClr>
              <a:buSzPts val="2400"/>
              <a:buChar char="•"/>
            </a:pPr>
            <a:r>
              <a:rPr lang="en-US" sz="2400"/>
              <a:t>Cung cấp cơ chế giao tiếp và đồng bộ hoạt động các tiến trình.</a:t>
            </a:r>
            <a:endParaRPr sz="2400"/>
          </a:p>
          <a:p>
            <a:pPr marL="228600" lvl="0" indent="-228600" algn="just" rtl="0">
              <a:lnSpc>
                <a:spcPct val="130000"/>
              </a:lnSpc>
              <a:spcBef>
                <a:spcPts val="600"/>
              </a:spcBef>
              <a:spcAft>
                <a:spcPts val="0"/>
              </a:spcAft>
              <a:buClr>
                <a:schemeClr val="dk1"/>
              </a:buClr>
              <a:buSzPts val="2400"/>
              <a:buChar char="•"/>
            </a:pPr>
            <a:r>
              <a:rPr lang="en-US" sz="2400"/>
              <a:t>Cung cấp cơ chế hỗ trợ user tạo/kết thúc tiến trình.</a:t>
            </a:r>
            <a:endParaRPr sz="2400"/>
          </a:p>
        </p:txBody>
      </p:sp>
      <p:sp>
        <p:nvSpPr>
          <p:cNvPr id="758" name="Google Shape;758;p18"/>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759" name="Google Shape;759;p18"/>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18</a:t>
            </a:fld>
            <a:endParaRPr/>
          </a:p>
        </p:txBody>
      </p:sp>
      <p:sp>
        <p:nvSpPr>
          <p:cNvPr id="760" name="Google Shape;760;p18"/>
          <p:cNvSpPr txBox="1"/>
          <p:nvPr/>
        </p:nvSpPr>
        <p:spPr>
          <a:xfrm>
            <a:off x="774145" y="1316975"/>
            <a:ext cx="7523213" cy="494751"/>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2400" b="1">
                <a:solidFill>
                  <a:schemeClr val="lt1"/>
                </a:solidFill>
                <a:latin typeface="Arial"/>
                <a:ea typeface="Arial"/>
                <a:cs typeface="Arial"/>
                <a:sym typeface="Arial"/>
              </a:rPr>
              <a:t>Yêu cầu đối với hệ điều hành về quản lý tiến trình </a:t>
            </a:r>
            <a:endParaRPr sz="24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57">
                                            <p:txEl>
                                              <p:pRg st="0" end="0"/>
                                            </p:txEl>
                                          </p:spTgt>
                                        </p:tgtEl>
                                        <p:attrNameLst>
                                          <p:attrName>style.visibility</p:attrName>
                                        </p:attrNameLst>
                                      </p:cBhvr>
                                      <p:to>
                                        <p:strVal val="visible"/>
                                      </p:to>
                                    </p:set>
                                    <p:anim calcmode="lin" valueType="num">
                                      <p:cBhvr additive="base">
                                        <p:cTn id="7" dur="500"/>
                                        <p:tgtEl>
                                          <p:spTgt spid="75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57">
                                            <p:txEl>
                                              <p:pRg st="1" end="1"/>
                                            </p:txEl>
                                          </p:spTgt>
                                        </p:tgtEl>
                                        <p:attrNameLst>
                                          <p:attrName>style.visibility</p:attrName>
                                        </p:attrNameLst>
                                      </p:cBhvr>
                                      <p:to>
                                        <p:strVal val="visible"/>
                                      </p:to>
                                    </p:set>
                                    <p:anim calcmode="lin" valueType="num">
                                      <p:cBhvr additive="base">
                                        <p:cTn id="12" dur="500"/>
                                        <p:tgtEl>
                                          <p:spTgt spid="75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57">
                                            <p:txEl>
                                              <p:pRg st="2" end="2"/>
                                            </p:txEl>
                                          </p:spTgt>
                                        </p:tgtEl>
                                        <p:attrNameLst>
                                          <p:attrName>style.visibility</p:attrName>
                                        </p:attrNameLst>
                                      </p:cBhvr>
                                      <p:to>
                                        <p:strVal val="visible"/>
                                      </p:to>
                                    </p:set>
                                    <p:anim calcmode="lin" valueType="num">
                                      <p:cBhvr additive="base">
                                        <p:cTn id="17" dur="500"/>
                                        <p:tgtEl>
                                          <p:spTgt spid="75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757">
                                            <p:txEl>
                                              <p:pRg st="3" end="3"/>
                                            </p:txEl>
                                          </p:spTgt>
                                        </p:tgtEl>
                                        <p:attrNameLst>
                                          <p:attrName>style.visibility</p:attrName>
                                        </p:attrNameLst>
                                      </p:cBhvr>
                                      <p:to>
                                        <p:strVal val="visible"/>
                                      </p:to>
                                    </p:set>
                                    <p:anim calcmode="lin" valueType="num">
                                      <p:cBhvr additive="base">
                                        <p:cTn id="22" dur="500"/>
                                        <p:tgtEl>
                                          <p:spTgt spid="75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57">
                                            <p:txEl>
                                              <p:pRg st="4" end="4"/>
                                            </p:txEl>
                                          </p:spTgt>
                                        </p:tgtEl>
                                        <p:attrNameLst>
                                          <p:attrName>style.visibility</p:attrName>
                                        </p:attrNameLst>
                                      </p:cBhvr>
                                      <p:to>
                                        <p:strVal val="visible"/>
                                      </p:to>
                                    </p:set>
                                    <p:anim calcmode="lin" valueType="num">
                                      <p:cBhvr additive="base">
                                        <p:cTn id="27" dur="500"/>
                                        <p:tgtEl>
                                          <p:spTgt spid="75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757">
                                            <p:txEl>
                                              <p:pRg st="5" end="5"/>
                                            </p:txEl>
                                          </p:spTgt>
                                        </p:tgtEl>
                                        <p:attrNameLst>
                                          <p:attrName>style.visibility</p:attrName>
                                        </p:attrNameLst>
                                      </p:cBhvr>
                                      <p:to>
                                        <p:strVal val="visible"/>
                                      </p:to>
                                    </p:set>
                                    <p:anim calcmode="lin" valueType="num">
                                      <p:cBhvr additive="base">
                                        <p:cTn id="32" dur="500"/>
                                        <p:tgtEl>
                                          <p:spTgt spid="75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57">
                                            <p:txEl>
                                              <p:pRg st="6" end="6"/>
                                            </p:txEl>
                                          </p:spTgt>
                                        </p:tgtEl>
                                        <p:attrNameLst>
                                          <p:attrName>style.visibility</p:attrName>
                                        </p:attrNameLst>
                                      </p:cBhvr>
                                      <p:to>
                                        <p:strVal val="visible"/>
                                      </p:to>
                                    </p:set>
                                    <p:anim calcmode="lin" valueType="num">
                                      <p:cBhvr additive="base">
                                        <p:cTn id="37" dur="500"/>
                                        <p:tgtEl>
                                          <p:spTgt spid="75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5" name="Google Shape;765;p19"/>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4. Định thời tiến trình</a:t>
            </a:r>
            <a:endParaRPr/>
          </a:p>
        </p:txBody>
      </p:sp>
      <p:sp>
        <p:nvSpPr>
          <p:cNvPr id="766" name="Google Shape;766;p19"/>
          <p:cNvSpPr txBox="1">
            <a:spLocks noGrp="1"/>
          </p:cNvSpPr>
          <p:nvPr>
            <p:ph type="body" idx="1"/>
          </p:nvPr>
        </p:nvSpPr>
        <p:spPr>
          <a:xfrm>
            <a:off x="774145" y="1233824"/>
            <a:ext cx="8439303" cy="4171553"/>
          </a:xfrm>
          <a:prstGeom prst="rect">
            <a:avLst/>
          </a:prstGeom>
          <a:noFill/>
          <a:ln>
            <a:noFill/>
          </a:ln>
        </p:spPr>
        <p:txBody>
          <a:bodyPr spcFirstLastPara="1" wrap="square" lIns="91425" tIns="45700" rIns="91425" bIns="45700" anchor="t" anchorCtr="0">
            <a:normAutofit/>
          </a:bodyPr>
          <a:lstStyle/>
          <a:p>
            <a:pPr marL="228600" lvl="0" indent="-228600" algn="just" rtl="0">
              <a:lnSpc>
                <a:spcPct val="130000"/>
              </a:lnSpc>
              <a:spcBef>
                <a:spcPts val="0"/>
              </a:spcBef>
              <a:spcAft>
                <a:spcPts val="0"/>
              </a:spcAft>
              <a:buClr>
                <a:schemeClr val="dk1"/>
              </a:buClr>
              <a:buSzPts val="2400"/>
              <a:buChar char="•"/>
            </a:pPr>
            <a:r>
              <a:rPr lang="en-US" sz="2400"/>
              <a:t>Tại sao phải định thời?</a:t>
            </a:r>
            <a:endParaRPr/>
          </a:p>
          <a:p>
            <a:pPr marL="685800" lvl="1" indent="-228600" algn="just" rtl="0">
              <a:lnSpc>
                <a:spcPct val="130000"/>
              </a:lnSpc>
              <a:spcBef>
                <a:spcPts val="600"/>
              </a:spcBef>
              <a:spcAft>
                <a:spcPts val="0"/>
              </a:spcAft>
              <a:buClr>
                <a:schemeClr val="dk1"/>
              </a:buClr>
              <a:buSzPts val="2400"/>
              <a:buChar char="•"/>
            </a:pPr>
            <a:r>
              <a:rPr lang="en-US"/>
              <a:t>Đa chương</a:t>
            </a:r>
            <a:endParaRPr/>
          </a:p>
          <a:p>
            <a:pPr marL="1143000" lvl="2" indent="-228600" algn="just" rtl="0">
              <a:lnSpc>
                <a:spcPct val="130000"/>
              </a:lnSpc>
              <a:spcBef>
                <a:spcPts val="600"/>
              </a:spcBef>
              <a:spcAft>
                <a:spcPts val="0"/>
              </a:spcAft>
              <a:buClr>
                <a:schemeClr val="dk1"/>
              </a:buClr>
              <a:buSzPts val="2400"/>
              <a:buChar char="•"/>
            </a:pPr>
            <a:r>
              <a:rPr lang="en-US" sz="2400"/>
              <a:t>Có vài tiến trình chạy tại các thời điểm.</a:t>
            </a:r>
            <a:endParaRPr sz="2400"/>
          </a:p>
          <a:p>
            <a:pPr marL="1143000" lvl="2" indent="-228600" algn="just" rtl="0">
              <a:lnSpc>
                <a:spcPct val="130000"/>
              </a:lnSpc>
              <a:spcBef>
                <a:spcPts val="600"/>
              </a:spcBef>
              <a:spcAft>
                <a:spcPts val="0"/>
              </a:spcAft>
              <a:buClr>
                <a:schemeClr val="dk1"/>
              </a:buClr>
              <a:buSzPts val="2400"/>
              <a:buChar char="•"/>
            </a:pPr>
            <a:r>
              <a:rPr lang="en-US" sz="2400"/>
              <a:t>Mục tiêu: tận dụng tối đa CPU.</a:t>
            </a:r>
            <a:endParaRPr sz="2400"/>
          </a:p>
          <a:p>
            <a:pPr marL="685800" lvl="1" indent="-228600" algn="just" rtl="0">
              <a:lnSpc>
                <a:spcPct val="130000"/>
              </a:lnSpc>
              <a:spcBef>
                <a:spcPts val="600"/>
              </a:spcBef>
              <a:spcAft>
                <a:spcPts val="0"/>
              </a:spcAft>
              <a:buClr>
                <a:schemeClr val="dk1"/>
              </a:buClr>
              <a:buSzPts val="2400"/>
              <a:buChar char="•"/>
            </a:pPr>
            <a:r>
              <a:rPr lang="en-US"/>
              <a:t>Chia thời</a:t>
            </a:r>
            <a:endParaRPr/>
          </a:p>
          <a:p>
            <a:pPr marL="1143000" lvl="2" indent="-228600" algn="just" rtl="0">
              <a:lnSpc>
                <a:spcPct val="130000"/>
              </a:lnSpc>
              <a:spcBef>
                <a:spcPts val="600"/>
              </a:spcBef>
              <a:spcAft>
                <a:spcPts val="0"/>
              </a:spcAft>
              <a:buClr>
                <a:schemeClr val="dk1"/>
              </a:buClr>
              <a:buSzPts val="2400"/>
              <a:buChar char="•"/>
            </a:pPr>
            <a:r>
              <a:rPr lang="en-US" sz="2400"/>
              <a:t>User tương tác với mỗi chương trình đang thực thi.</a:t>
            </a:r>
            <a:endParaRPr sz="2400"/>
          </a:p>
          <a:p>
            <a:pPr marL="1143000" lvl="2" indent="-228600" algn="just" rtl="0">
              <a:lnSpc>
                <a:spcPct val="130000"/>
              </a:lnSpc>
              <a:spcBef>
                <a:spcPts val="600"/>
              </a:spcBef>
              <a:spcAft>
                <a:spcPts val="0"/>
              </a:spcAft>
              <a:buClr>
                <a:schemeClr val="dk1"/>
              </a:buClr>
              <a:buSzPts val="2400"/>
              <a:buChar char="•"/>
            </a:pPr>
            <a:r>
              <a:rPr lang="en-US" sz="2400"/>
              <a:t>Mục tiêu: tối thiểu thời gian đáp ứng.</a:t>
            </a:r>
            <a:endParaRPr sz="2400"/>
          </a:p>
        </p:txBody>
      </p:sp>
      <p:sp>
        <p:nvSpPr>
          <p:cNvPr id="767" name="Google Shape;767;p19"/>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768" name="Google Shape;768;p19"/>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19</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66">
                                            <p:txEl>
                                              <p:pRg st="0" end="0"/>
                                            </p:txEl>
                                          </p:spTgt>
                                        </p:tgtEl>
                                        <p:attrNameLst>
                                          <p:attrName>style.visibility</p:attrName>
                                        </p:attrNameLst>
                                      </p:cBhvr>
                                      <p:to>
                                        <p:strVal val="visible"/>
                                      </p:to>
                                    </p:set>
                                    <p:anim calcmode="lin" valueType="num">
                                      <p:cBhvr additive="base">
                                        <p:cTn id="7" dur="500"/>
                                        <p:tgtEl>
                                          <p:spTgt spid="76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66">
                                            <p:txEl>
                                              <p:pRg st="1" end="1"/>
                                            </p:txEl>
                                          </p:spTgt>
                                        </p:tgtEl>
                                        <p:attrNameLst>
                                          <p:attrName>style.visibility</p:attrName>
                                        </p:attrNameLst>
                                      </p:cBhvr>
                                      <p:to>
                                        <p:strVal val="visible"/>
                                      </p:to>
                                    </p:set>
                                    <p:anim calcmode="lin" valueType="num">
                                      <p:cBhvr additive="base">
                                        <p:cTn id="12" dur="500"/>
                                        <p:tgtEl>
                                          <p:spTgt spid="76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66">
                                            <p:txEl>
                                              <p:pRg st="2" end="2"/>
                                            </p:txEl>
                                          </p:spTgt>
                                        </p:tgtEl>
                                        <p:attrNameLst>
                                          <p:attrName>style.visibility</p:attrName>
                                        </p:attrNameLst>
                                      </p:cBhvr>
                                      <p:to>
                                        <p:strVal val="visible"/>
                                      </p:to>
                                    </p:set>
                                    <p:anim calcmode="lin" valueType="num">
                                      <p:cBhvr additive="base">
                                        <p:cTn id="17" dur="500"/>
                                        <p:tgtEl>
                                          <p:spTgt spid="76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766">
                                            <p:txEl>
                                              <p:pRg st="3" end="3"/>
                                            </p:txEl>
                                          </p:spTgt>
                                        </p:tgtEl>
                                        <p:attrNameLst>
                                          <p:attrName>style.visibility</p:attrName>
                                        </p:attrNameLst>
                                      </p:cBhvr>
                                      <p:to>
                                        <p:strVal val="visible"/>
                                      </p:to>
                                    </p:set>
                                    <p:anim calcmode="lin" valueType="num">
                                      <p:cBhvr additive="base">
                                        <p:cTn id="22" dur="500"/>
                                        <p:tgtEl>
                                          <p:spTgt spid="76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66">
                                            <p:txEl>
                                              <p:pRg st="4" end="4"/>
                                            </p:txEl>
                                          </p:spTgt>
                                        </p:tgtEl>
                                        <p:attrNameLst>
                                          <p:attrName>style.visibility</p:attrName>
                                        </p:attrNameLst>
                                      </p:cBhvr>
                                      <p:to>
                                        <p:strVal val="visible"/>
                                      </p:to>
                                    </p:set>
                                    <p:anim calcmode="lin" valueType="num">
                                      <p:cBhvr additive="base">
                                        <p:cTn id="27" dur="500"/>
                                        <p:tgtEl>
                                          <p:spTgt spid="76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766">
                                            <p:txEl>
                                              <p:pRg st="5" end="5"/>
                                            </p:txEl>
                                          </p:spTgt>
                                        </p:tgtEl>
                                        <p:attrNameLst>
                                          <p:attrName>style.visibility</p:attrName>
                                        </p:attrNameLst>
                                      </p:cBhvr>
                                      <p:to>
                                        <p:strVal val="visible"/>
                                      </p:to>
                                    </p:set>
                                    <p:anim calcmode="lin" valueType="num">
                                      <p:cBhvr additive="base">
                                        <p:cTn id="32" dur="500"/>
                                        <p:tgtEl>
                                          <p:spTgt spid="76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66">
                                            <p:txEl>
                                              <p:pRg st="6" end="6"/>
                                            </p:txEl>
                                          </p:spTgt>
                                        </p:tgtEl>
                                        <p:attrNameLst>
                                          <p:attrName>style.visibility</p:attrName>
                                        </p:attrNameLst>
                                      </p:cBhvr>
                                      <p:to>
                                        <p:strVal val="visible"/>
                                      </p:to>
                                    </p:set>
                                    <p:anim calcmode="lin" valueType="num">
                                      <p:cBhvr additive="base">
                                        <p:cTn id="37" dur="500"/>
                                        <p:tgtEl>
                                          <p:spTgt spid="766">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Google Shape;773;p20"/>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4. Định thời tiến trình</a:t>
            </a:r>
            <a:endParaRPr/>
          </a:p>
        </p:txBody>
      </p:sp>
      <p:sp>
        <p:nvSpPr>
          <p:cNvPr id="774" name="Google Shape;774;p20"/>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775" name="Google Shape;775;p20"/>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20</a:t>
            </a:fld>
            <a:endParaRPr/>
          </a:p>
        </p:txBody>
      </p:sp>
      <p:sp>
        <p:nvSpPr>
          <p:cNvPr id="776" name="Google Shape;776;p20"/>
          <p:cNvSpPr/>
          <p:nvPr/>
        </p:nvSpPr>
        <p:spPr>
          <a:xfrm>
            <a:off x="4785187" y="2667207"/>
            <a:ext cx="1066800" cy="30480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Arial"/>
                <a:ea typeface="Arial"/>
                <a:cs typeface="Arial"/>
                <a:sym typeface="Arial"/>
              </a:rPr>
              <a:t>running</a:t>
            </a:r>
            <a:endParaRPr/>
          </a:p>
        </p:txBody>
      </p:sp>
      <p:sp>
        <p:nvSpPr>
          <p:cNvPr id="777" name="Google Shape;777;p20"/>
          <p:cNvSpPr/>
          <p:nvPr/>
        </p:nvSpPr>
        <p:spPr>
          <a:xfrm>
            <a:off x="4785187" y="3594307"/>
            <a:ext cx="1066800" cy="30480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Arial"/>
                <a:ea typeface="Arial"/>
                <a:cs typeface="Arial"/>
                <a:sym typeface="Arial"/>
              </a:rPr>
              <a:t>ready</a:t>
            </a:r>
            <a:endParaRPr/>
          </a:p>
        </p:txBody>
      </p:sp>
      <p:sp>
        <p:nvSpPr>
          <p:cNvPr id="778" name="Google Shape;778;p20"/>
          <p:cNvSpPr/>
          <p:nvPr/>
        </p:nvSpPr>
        <p:spPr>
          <a:xfrm>
            <a:off x="4785187" y="4559507"/>
            <a:ext cx="1066800" cy="30480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Arial"/>
                <a:ea typeface="Arial"/>
                <a:cs typeface="Arial"/>
                <a:sym typeface="Arial"/>
              </a:rPr>
              <a:t>waiting</a:t>
            </a:r>
            <a:endParaRPr/>
          </a:p>
        </p:txBody>
      </p:sp>
      <p:graphicFrame>
        <p:nvGraphicFramePr>
          <p:cNvPr id="779" name="Google Shape;779;p20"/>
          <p:cNvGraphicFramePr/>
          <p:nvPr/>
        </p:nvGraphicFramePr>
        <p:xfrm>
          <a:off x="6690187" y="2541796"/>
          <a:ext cx="609600" cy="884230"/>
        </p:xfrm>
        <a:graphic>
          <a:graphicData uri="http://schemas.openxmlformats.org/drawingml/2006/table">
            <a:tbl>
              <a:tblPr>
                <a:noFill/>
                <a:tableStyleId>{AFC8D237-0BCE-4CB1-A5D8-B5AF70E7C675}</a:tableStyleId>
              </a:tblPr>
              <a:tblGrid>
                <a:gridCol w="609600">
                  <a:extLst>
                    <a:ext uri="{9D8B030D-6E8A-4147-A177-3AD203B41FA5}">
                      <a16:colId xmlns:a16="http://schemas.microsoft.com/office/drawing/2014/main" val="20000"/>
                    </a:ext>
                  </a:extLst>
                </a:gridCol>
              </a:tblGrid>
              <a:tr h="182875">
                <a:tc>
                  <a:txBody>
                    <a:bodyPr/>
                    <a:lstStyle/>
                    <a:p>
                      <a:pPr marL="0" marR="0" lvl="0" indent="0" algn="ctr" rtl="0">
                        <a:lnSpc>
                          <a:spcPct val="100000"/>
                        </a:lnSpc>
                        <a:spcBef>
                          <a:spcPts val="0"/>
                        </a:spcBef>
                        <a:spcAft>
                          <a:spcPts val="0"/>
                        </a:spcAft>
                        <a:buClr>
                          <a:schemeClr val="dk1"/>
                        </a:buClr>
                        <a:buSzPts val="840"/>
                        <a:buFont typeface="Noto Sans Symbols"/>
                        <a:buNone/>
                      </a:pPr>
                      <a:endParaRPr sz="1200" b="1" i="0" u="none" strike="noStrike" cap="none">
                        <a:solidFill>
                          <a:schemeClr val="dk1"/>
                        </a:solidFill>
                        <a:latin typeface="Arial"/>
                        <a:ea typeface="Arial"/>
                        <a:cs typeface="Arial"/>
                        <a:sym typeface="Arial"/>
                      </a:endParaRPr>
                    </a:p>
                  </a:txBody>
                  <a:tcPr marL="0" marR="0" marT="0" marB="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AEAEA"/>
                    </a:solidFill>
                  </a:tcPr>
                </a:tc>
                <a:extLst>
                  <a:ext uri="{0D108BD9-81ED-4DB2-BD59-A6C34878D82A}">
                    <a16:rowId xmlns:a16="http://schemas.microsoft.com/office/drawing/2014/main" val="10000"/>
                  </a:ext>
                </a:extLst>
              </a:tr>
              <a:tr h="701350">
                <a:tc>
                  <a:txBody>
                    <a:bodyPr/>
                    <a:lstStyle/>
                    <a:p>
                      <a:pPr marL="0" marR="0" lvl="0" indent="0" algn="ctr" rtl="0">
                        <a:lnSpc>
                          <a:spcPct val="100000"/>
                        </a:lnSpc>
                        <a:spcBef>
                          <a:spcPts val="0"/>
                        </a:spcBef>
                        <a:spcAft>
                          <a:spcPts val="0"/>
                        </a:spcAft>
                        <a:buClr>
                          <a:schemeClr val="dk1"/>
                        </a:buClr>
                        <a:buSzPts val="840"/>
                        <a:buFont typeface="Noto Sans Symbols"/>
                        <a:buNone/>
                      </a:pPr>
                      <a:endParaRPr sz="1200" b="1" i="0" u="none" strike="noStrike" cap="none">
                        <a:solidFill>
                          <a:schemeClr val="dk1"/>
                        </a:solidFill>
                        <a:latin typeface="Arial"/>
                        <a:ea typeface="Arial"/>
                        <a:cs typeface="Arial"/>
                        <a:sym typeface="Arial"/>
                      </a:endParaRPr>
                    </a:p>
                  </a:txBody>
                  <a:tcPr marL="0" marR="0" marT="0" marB="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780" name="Google Shape;780;p20"/>
          <p:cNvGraphicFramePr/>
          <p:nvPr/>
        </p:nvGraphicFramePr>
        <p:xfrm>
          <a:off x="6690187" y="4013408"/>
          <a:ext cx="609600" cy="912825"/>
        </p:xfrm>
        <a:graphic>
          <a:graphicData uri="http://schemas.openxmlformats.org/drawingml/2006/table">
            <a:tbl>
              <a:tblPr>
                <a:noFill/>
                <a:tableStyleId>{AFC8D237-0BCE-4CB1-A5D8-B5AF70E7C675}</a:tableStyleId>
              </a:tblPr>
              <a:tblGrid>
                <a:gridCol w="609600">
                  <a:extLst>
                    <a:ext uri="{9D8B030D-6E8A-4147-A177-3AD203B41FA5}">
                      <a16:colId xmlns:a16="http://schemas.microsoft.com/office/drawing/2014/main" val="20000"/>
                    </a:ext>
                  </a:extLst>
                </a:gridCol>
              </a:tblGrid>
              <a:tr h="211150">
                <a:tc>
                  <a:txBody>
                    <a:bodyPr/>
                    <a:lstStyle/>
                    <a:p>
                      <a:pPr marL="0" marR="0" lvl="0" indent="0" algn="ctr" rtl="0">
                        <a:lnSpc>
                          <a:spcPct val="100000"/>
                        </a:lnSpc>
                        <a:spcBef>
                          <a:spcPts val="0"/>
                        </a:spcBef>
                        <a:spcAft>
                          <a:spcPts val="0"/>
                        </a:spcAft>
                        <a:buClr>
                          <a:schemeClr val="dk1"/>
                        </a:buClr>
                        <a:buSzPts val="840"/>
                        <a:buFont typeface="Noto Sans Symbols"/>
                        <a:buNone/>
                      </a:pPr>
                      <a:endParaRPr sz="1200" b="1" i="0" u="none" strike="noStrike" cap="none">
                        <a:solidFill>
                          <a:schemeClr val="dk1"/>
                        </a:solidFill>
                        <a:latin typeface="Arial"/>
                        <a:ea typeface="Arial"/>
                        <a:cs typeface="Arial"/>
                        <a:sym typeface="Arial"/>
                      </a:endParaRPr>
                    </a:p>
                  </a:txBody>
                  <a:tcPr marL="0" marR="0" marT="0" marB="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AEAEA"/>
                    </a:solidFill>
                  </a:tcPr>
                </a:tc>
                <a:extLst>
                  <a:ext uri="{0D108BD9-81ED-4DB2-BD59-A6C34878D82A}">
                    <a16:rowId xmlns:a16="http://schemas.microsoft.com/office/drawing/2014/main" val="10000"/>
                  </a:ext>
                </a:extLst>
              </a:tr>
              <a:tr h="701675">
                <a:tc>
                  <a:txBody>
                    <a:bodyPr/>
                    <a:lstStyle/>
                    <a:p>
                      <a:pPr marL="0" marR="0" lvl="0" indent="0" algn="ctr" rtl="0">
                        <a:lnSpc>
                          <a:spcPct val="100000"/>
                        </a:lnSpc>
                        <a:spcBef>
                          <a:spcPts val="0"/>
                        </a:spcBef>
                        <a:spcAft>
                          <a:spcPts val="0"/>
                        </a:spcAft>
                        <a:buClr>
                          <a:schemeClr val="dk1"/>
                        </a:buClr>
                        <a:buSzPts val="840"/>
                        <a:buFont typeface="Noto Sans Symbols"/>
                        <a:buNone/>
                      </a:pPr>
                      <a:endParaRPr sz="1200" b="1" i="0" u="none" strike="noStrike" cap="none">
                        <a:solidFill>
                          <a:schemeClr val="dk1"/>
                        </a:solidFill>
                        <a:latin typeface="Arial"/>
                        <a:ea typeface="Arial"/>
                        <a:cs typeface="Arial"/>
                        <a:sym typeface="Arial"/>
                      </a:endParaRPr>
                    </a:p>
                  </a:txBody>
                  <a:tcPr marL="0" marR="0" marT="0" marB="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781" name="Google Shape;781;p20"/>
          <p:cNvGraphicFramePr/>
          <p:nvPr/>
        </p:nvGraphicFramePr>
        <p:xfrm>
          <a:off x="7756987" y="4013408"/>
          <a:ext cx="609600" cy="912825"/>
        </p:xfrm>
        <a:graphic>
          <a:graphicData uri="http://schemas.openxmlformats.org/drawingml/2006/table">
            <a:tbl>
              <a:tblPr>
                <a:noFill/>
                <a:tableStyleId>{AFC8D237-0BCE-4CB1-A5D8-B5AF70E7C675}</a:tableStyleId>
              </a:tblPr>
              <a:tblGrid>
                <a:gridCol w="609600">
                  <a:extLst>
                    <a:ext uri="{9D8B030D-6E8A-4147-A177-3AD203B41FA5}">
                      <a16:colId xmlns:a16="http://schemas.microsoft.com/office/drawing/2014/main" val="20000"/>
                    </a:ext>
                  </a:extLst>
                </a:gridCol>
              </a:tblGrid>
              <a:tr h="211150">
                <a:tc>
                  <a:txBody>
                    <a:bodyPr/>
                    <a:lstStyle/>
                    <a:p>
                      <a:pPr marL="0" marR="0" lvl="0" indent="0" algn="ctr" rtl="0">
                        <a:lnSpc>
                          <a:spcPct val="100000"/>
                        </a:lnSpc>
                        <a:spcBef>
                          <a:spcPts val="0"/>
                        </a:spcBef>
                        <a:spcAft>
                          <a:spcPts val="0"/>
                        </a:spcAft>
                        <a:buClr>
                          <a:schemeClr val="dk1"/>
                        </a:buClr>
                        <a:buSzPts val="840"/>
                        <a:buFont typeface="Noto Sans Symbols"/>
                        <a:buNone/>
                      </a:pPr>
                      <a:endParaRPr sz="1200" b="1" i="0" u="none" strike="noStrike" cap="none">
                        <a:solidFill>
                          <a:schemeClr val="dk1"/>
                        </a:solidFill>
                        <a:latin typeface="Arial"/>
                        <a:ea typeface="Arial"/>
                        <a:cs typeface="Arial"/>
                        <a:sym typeface="Arial"/>
                      </a:endParaRPr>
                    </a:p>
                  </a:txBody>
                  <a:tcPr marL="0" marR="0" marT="0" marB="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AEAEA"/>
                    </a:solidFill>
                  </a:tcPr>
                </a:tc>
                <a:extLst>
                  <a:ext uri="{0D108BD9-81ED-4DB2-BD59-A6C34878D82A}">
                    <a16:rowId xmlns:a16="http://schemas.microsoft.com/office/drawing/2014/main" val="10000"/>
                  </a:ext>
                </a:extLst>
              </a:tr>
              <a:tr h="701675">
                <a:tc>
                  <a:txBody>
                    <a:bodyPr/>
                    <a:lstStyle/>
                    <a:p>
                      <a:pPr marL="0" marR="0" lvl="0" indent="0" algn="ctr" rtl="0">
                        <a:lnSpc>
                          <a:spcPct val="100000"/>
                        </a:lnSpc>
                        <a:spcBef>
                          <a:spcPts val="0"/>
                        </a:spcBef>
                        <a:spcAft>
                          <a:spcPts val="0"/>
                        </a:spcAft>
                        <a:buClr>
                          <a:schemeClr val="dk1"/>
                        </a:buClr>
                        <a:buSzPts val="840"/>
                        <a:buFont typeface="Noto Sans Symbols"/>
                        <a:buNone/>
                      </a:pPr>
                      <a:endParaRPr sz="1200" b="1" i="0" u="none" strike="noStrike" cap="none">
                        <a:solidFill>
                          <a:schemeClr val="dk1"/>
                        </a:solidFill>
                        <a:latin typeface="Arial"/>
                        <a:ea typeface="Arial"/>
                        <a:cs typeface="Arial"/>
                        <a:sym typeface="Arial"/>
                      </a:endParaRPr>
                    </a:p>
                  </a:txBody>
                  <a:tcPr marL="0" marR="0" marT="0" marB="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782" name="Google Shape;782;p20"/>
          <p:cNvGraphicFramePr/>
          <p:nvPr/>
        </p:nvGraphicFramePr>
        <p:xfrm>
          <a:off x="8823787" y="4013408"/>
          <a:ext cx="609600" cy="912825"/>
        </p:xfrm>
        <a:graphic>
          <a:graphicData uri="http://schemas.openxmlformats.org/drawingml/2006/table">
            <a:tbl>
              <a:tblPr>
                <a:noFill/>
                <a:tableStyleId>{AFC8D237-0BCE-4CB1-A5D8-B5AF70E7C675}</a:tableStyleId>
              </a:tblPr>
              <a:tblGrid>
                <a:gridCol w="609600">
                  <a:extLst>
                    <a:ext uri="{9D8B030D-6E8A-4147-A177-3AD203B41FA5}">
                      <a16:colId xmlns:a16="http://schemas.microsoft.com/office/drawing/2014/main" val="20000"/>
                    </a:ext>
                  </a:extLst>
                </a:gridCol>
              </a:tblGrid>
              <a:tr h="211150">
                <a:tc>
                  <a:txBody>
                    <a:bodyPr/>
                    <a:lstStyle/>
                    <a:p>
                      <a:pPr marL="0" marR="0" lvl="0" indent="0" algn="ctr" rtl="0">
                        <a:lnSpc>
                          <a:spcPct val="100000"/>
                        </a:lnSpc>
                        <a:spcBef>
                          <a:spcPts val="0"/>
                        </a:spcBef>
                        <a:spcAft>
                          <a:spcPts val="0"/>
                        </a:spcAft>
                        <a:buClr>
                          <a:schemeClr val="dk1"/>
                        </a:buClr>
                        <a:buSzPts val="840"/>
                        <a:buFont typeface="Noto Sans Symbols"/>
                        <a:buNone/>
                      </a:pPr>
                      <a:endParaRPr sz="1200" b="1" i="0" u="none" strike="noStrike" cap="none">
                        <a:solidFill>
                          <a:schemeClr val="dk1"/>
                        </a:solidFill>
                        <a:latin typeface="Arial"/>
                        <a:ea typeface="Arial"/>
                        <a:cs typeface="Arial"/>
                        <a:sym typeface="Arial"/>
                      </a:endParaRPr>
                    </a:p>
                  </a:txBody>
                  <a:tcPr marL="0" marR="0" marT="0" marB="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AEAEA"/>
                    </a:solidFill>
                  </a:tcPr>
                </a:tc>
                <a:extLst>
                  <a:ext uri="{0D108BD9-81ED-4DB2-BD59-A6C34878D82A}">
                    <a16:rowId xmlns:a16="http://schemas.microsoft.com/office/drawing/2014/main" val="10000"/>
                  </a:ext>
                </a:extLst>
              </a:tr>
              <a:tr h="701675">
                <a:tc>
                  <a:txBody>
                    <a:bodyPr/>
                    <a:lstStyle/>
                    <a:p>
                      <a:pPr marL="0" marR="0" lvl="0" indent="0" algn="ctr" rtl="0">
                        <a:lnSpc>
                          <a:spcPct val="100000"/>
                        </a:lnSpc>
                        <a:spcBef>
                          <a:spcPts val="0"/>
                        </a:spcBef>
                        <a:spcAft>
                          <a:spcPts val="0"/>
                        </a:spcAft>
                        <a:buClr>
                          <a:schemeClr val="dk1"/>
                        </a:buClr>
                        <a:buSzPts val="840"/>
                        <a:buFont typeface="Noto Sans Symbols"/>
                        <a:buNone/>
                      </a:pPr>
                      <a:endParaRPr sz="1200" b="1" i="0" u="none" strike="noStrike" cap="none">
                        <a:solidFill>
                          <a:schemeClr val="dk1"/>
                        </a:solidFill>
                        <a:latin typeface="Arial"/>
                        <a:ea typeface="Arial"/>
                        <a:cs typeface="Arial"/>
                        <a:sym typeface="Arial"/>
                      </a:endParaRPr>
                    </a:p>
                  </a:txBody>
                  <a:tcPr marL="0" marR="0" marT="0" marB="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783" name="Google Shape;783;p20"/>
          <p:cNvGraphicFramePr/>
          <p:nvPr/>
        </p:nvGraphicFramePr>
        <p:xfrm>
          <a:off x="9890587" y="4013408"/>
          <a:ext cx="609600" cy="912825"/>
        </p:xfrm>
        <a:graphic>
          <a:graphicData uri="http://schemas.openxmlformats.org/drawingml/2006/table">
            <a:tbl>
              <a:tblPr>
                <a:noFill/>
                <a:tableStyleId>{AFC8D237-0BCE-4CB1-A5D8-B5AF70E7C675}</a:tableStyleId>
              </a:tblPr>
              <a:tblGrid>
                <a:gridCol w="609600">
                  <a:extLst>
                    <a:ext uri="{9D8B030D-6E8A-4147-A177-3AD203B41FA5}">
                      <a16:colId xmlns:a16="http://schemas.microsoft.com/office/drawing/2014/main" val="20000"/>
                    </a:ext>
                  </a:extLst>
                </a:gridCol>
              </a:tblGrid>
              <a:tr h="211150">
                <a:tc>
                  <a:txBody>
                    <a:bodyPr/>
                    <a:lstStyle/>
                    <a:p>
                      <a:pPr marL="0" marR="0" lvl="0" indent="0" algn="ctr" rtl="0">
                        <a:lnSpc>
                          <a:spcPct val="100000"/>
                        </a:lnSpc>
                        <a:spcBef>
                          <a:spcPts val="0"/>
                        </a:spcBef>
                        <a:spcAft>
                          <a:spcPts val="0"/>
                        </a:spcAft>
                        <a:buClr>
                          <a:schemeClr val="dk1"/>
                        </a:buClr>
                        <a:buSzPts val="840"/>
                        <a:buFont typeface="Noto Sans Symbols"/>
                        <a:buNone/>
                      </a:pPr>
                      <a:endParaRPr sz="1200" b="1" i="0" u="none" strike="noStrike" cap="none">
                        <a:solidFill>
                          <a:schemeClr val="dk1"/>
                        </a:solidFill>
                        <a:latin typeface="Arial"/>
                        <a:ea typeface="Arial"/>
                        <a:cs typeface="Arial"/>
                        <a:sym typeface="Arial"/>
                      </a:endParaRPr>
                    </a:p>
                  </a:txBody>
                  <a:tcPr marL="0" marR="0" marT="0" marB="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AEAEA"/>
                    </a:solidFill>
                  </a:tcPr>
                </a:tc>
                <a:extLst>
                  <a:ext uri="{0D108BD9-81ED-4DB2-BD59-A6C34878D82A}">
                    <a16:rowId xmlns:a16="http://schemas.microsoft.com/office/drawing/2014/main" val="10000"/>
                  </a:ext>
                </a:extLst>
              </a:tr>
              <a:tr h="701675">
                <a:tc>
                  <a:txBody>
                    <a:bodyPr/>
                    <a:lstStyle/>
                    <a:p>
                      <a:pPr marL="0" marR="0" lvl="0" indent="0" algn="ctr" rtl="0">
                        <a:lnSpc>
                          <a:spcPct val="100000"/>
                        </a:lnSpc>
                        <a:spcBef>
                          <a:spcPts val="0"/>
                        </a:spcBef>
                        <a:spcAft>
                          <a:spcPts val="0"/>
                        </a:spcAft>
                        <a:buClr>
                          <a:schemeClr val="dk1"/>
                        </a:buClr>
                        <a:buSzPts val="840"/>
                        <a:buFont typeface="Noto Sans Symbols"/>
                        <a:buNone/>
                      </a:pPr>
                      <a:endParaRPr sz="1200" b="1" i="0" u="none" strike="noStrike" cap="none">
                        <a:solidFill>
                          <a:schemeClr val="dk1"/>
                        </a:solidFill>
                        <a:latin typeface="Arial"/>
                        <a:ea typeface="Arial"/>
                        <a:cs typeface="Arial"/>
                        <a:sym typeface="Arial"/>
                      </a:endParaRPr>
                    </a:p>
                  </a:txBody>
                  <a:tcPr marL="0" marR="0" marT="0" marB="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cxnSp>
        <p:nvCxnSpPr>
          <p:cNvPr id="784" name="Google Shape;784;p20"/>
          <p:cNvCxnSpPr/>
          <p:nvPr/>
        </p:nvCxnSpPr>
        <p:spPr>
          <a:xfrm>
            <a:off x="7299787" y="4115007"/>
            <a:ext cx="457200" cy="0"/>
          </a:xfrm>
          <a:prstGeom prst="straightConnector1">
            <a:avLst/>
          </a:prstGeom>
          <a:noFill/>
          <a:ln w="9525" cap="flat" cmpd="sng">
            <a:solidFill>
              <a:schemeClr val="dk1"/>
            </a:solidFill>
            <a:prstDash val="solid"/>
            <a:round/>
            <a:headEnd type="none" w="med" len="med"/>
            <a:tailEnd type="stealth" w="lg" len="lg"/>
          </a:ln>
        </p:spPr>
      </p:cxnSp>
      <p:cxnSp>
        <p:nvCxnSpPr>
          <p:cNvPr id="785" name="Google Shape;785;p20"/>
          <p:cNvCxnSpPr/>
          <p:nvPr/>
        </p:nvCxnSpPr>
        <p:spPr>
          <a:xfrm>
            <a:off x="8376112" y="4115007"/>
            <a:ext cx="457200" cy="0"/>
          </a:xfrm>
          <a:prstGeom prst="straightConnector1">
            <a:avLst/>
          </a:prstGeom>
          <a:noFill/>
          <a:ln w="9525" cap="flat" cmpd="sng">
            <a:solidFill>
              <a:schemeClr val="dk1"/>
            </a:solidFill>
            <a:prstDash val="solid"/>
            <a:round/>
            <a:headEnd type="none" w="med" len="med"/>
            <a:tailEnd type="stealth" w="lg" len="lg"/>
          </a:ln>
        </p:spPr>
      </p:cxnSp>
      <p:cxnSp>
        <p:nvCxnSpPr>
          <p:cNvPr id="786" name="Google Shape;786;p20"/>
          <p:cNvCxnSpPr/>
          <p:nvPr/>
        </p:nvCxnSpPr>
        <p:spPr>
          <a:xfrm>
            <a:off x="9452437" y="4115007"/>
            <a:ext cx="457200" cy="0"/>
          </a:xfrm>
          <a:prstGeom prst="straightConnector1">
            <a:avLst/>
          </a:prstGeom>
          <a:noFill/>
          <a:ln w="9525" cap="flat" cmpd="sng">
            <a:solidFill>
              <a:schemeClr val="dk1"/>
            </a:solidFill>
            <a:prstDash val="solid"/>
            <a:round/>
            <a:headEnd type="none" w="med" len="med"/>
            <a:tailEnd type="stealth" w="lg" len="lg"/>
          </a:ln>
        </p:spPr>
      </p:cxnSp>
      <p:sp>
        <p:nvSpPr>
          <p:cNvPr id="787" name="Google Shape;787;p20"/>
          <p:cNvSpPr/>
          <p:nvPr/>
        </p:nvSpPr>
        <p:spPr>
          <a:xfrm>
            <a:off x="5864687" y="3745121"/>
            <a:ext cx="825500" cy="369887"/>
          </a:xfrm>
          <a:custGeom>
            <a:avLst/>
            <a:gdLst/>
            <a:ahLst/>
            <a:cxnLst/>
            <a:rect l="l" t="t" r="r" b="b"/>
            <a:pathLst>
              <a:path w="520" h="233" extrusionOk="0">
                <a:moveTo>
                  <a:pt x="0" y="0"/>
                </a:moveTo>
                <a:lnTo>
                  <a:pt x="250" y="3"/>
                </a:lnTo>
                <a:lnTo>
                  <a:pt x="252" y="232"/>
                </a:lnTo>
                <a:lnTo>
                  <a:pt x="520" y="233"/>
                </a:lnTo>
              </a:path>
            </a:pathLst>
          </a:custGeom>
          <a:noFill/>
          <a:ln w="9525" cap="flat" cmpd="sng">
            <a:solidFill>
              <a:schemeClr val="dk1"/>
            </a:solidFill>
            <a:prstDash val="solid"/>
            <a:round/>
            <a:headEnd type="none" w="sm" len="sm"/>
            <a:tailEnd type="stealth" w="lg" len="lg"/>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aphicFrame>
        <p:nvGraphicFramePr>
          <p:cNvPr id="788" name="Google Shape;788;p20"/>
          <p:cNvGraphicFramePr/>
          <p:nvPr/>
        </p:nvGraphicFramePr>
        <p:xfrm>
          <a:off x="6690187" y="5562808"/>
          <a:ext cx="609600" cy="912825"/>
        </p:xfrm>
        <a:graphic>
          <a:graphicData uri="http://schemas.openxmlformats.org/drawingml/2006/table">
            <a:tbl>
              <a:tblPr>
                <a:noFill/>
                <a:tableStyleId>{AFC8D237-0BCE-4CB1-A5D8-B5AF70E7C675}</a:tableStyleId>
              </a:tblPr>
              <a:tblGrid>
                <a:gridCol w="609600">
                  <a:extLst>
                    <a:ext uri="{9D8B030D-6E8A-4147-A177-3AD203B41FA5}">
                      <a16:colId xmlns:a16="http://schemas.microsoft.com/office/drawing/2014/main" val="20000"/>
                    </a:ext>
                  </a:extLst>
                </a:gridCol>
              </a:tblGrid>
              <a:tr h="211150">
                <a:tc>
                  <a:txBody>
                    <a:bodyPr/>
                    <a:lstStyle/>
                    <a:p>
                      <a:pPr marL="0" marR="0" lvl="0" indent="0" algn="ctr" rtl="0">
                        <a:lnSpc>
                          <a:spcPct val="100000"/>
                        </a:lnSpc>
                        <a:spcBef>
                          <a:spcPts val="0"/>
                        </a:spcBef>
                        <a:spcAft>
                          <a:spcPts val="0"/>
                        </a:spcAft>
                        <a:buClr>
                          <a:schemeClr val="dk1"/>
                        </a:buClr>
                        <a:buSzPts val="840"/>
                        <a:buFont typeface="Noto Sans Symbols"/>
                        <a:buNone/>
                      </a:pPr>
                      <a:endParaRPr sz="1200" b="1" i="0" u="none" strike="noStrike" cap="none">
                        <a:solidFill>
                          <a:schemeClr val="dk1"/>
                        </a:solidFill>
                        <a:latin typeface="Arial"/>
                        <a:ea typeface="Arial"/>
                        <a:cs typeface="Arial"/>
                        <a:sym typeface="Arial"/>
                      </a:endParaRPr>
                    </a:p>
                  </a:txBody>
                  <a:tcPr marL="0" marR="0" marT="0" marB="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AEAEA"/>
                    </a:solidFill>
                  </a:tcPr>
                </a:tc>
                <a:extLst>
                  <a:ext uri="{0D108BD9-81ED-4DB2-BD59-A6C34878D82A}">
                    <a16:rowId xmlns:a16="http://schemas.microsoft.com/office/drawing/2014/main" val="10000"/>
                  </a:ext>
                </a:extLst>
              </a:tr>
              <a:tr h="701675">
                <a:tc>
                  <a:txBody>
                    <a:bodyPr/>
                    <a:lstStyle/>
                    <a:p>
                      <a:pPr marL="0" marR="0" lvl="0" indent="0" algn="ctr" rtl="0">
                        <a:lnSpc>
                          <a:spcPct val="100000"/>
                        </a:lnSpc>
                        <a:spcBef>
                          <a:spcPts val="0"/>
                        </a:spcBef>
                        <a:spcAft>
                          <a:spcPts val="0"/>
                        </a:spcAft>
                        <a:buClr>
                          <a:schemeClr val="dk1"/>
                        </a:buClr>
                        <a:buSzPts val="840"/>
                        <a:buFont typeface="Noto Sans Symbols"/>
                        <a:buNone/>
                      </a:pPr>
                      <a:endParaRPr sz="1200" b="1" i="0" u="none" strike="noStrike" cap="none">
                        <a:solidFill>
                          <a:schemeClr val="dk1"/>
                        </a:solidFill>
                        <a:latin typeface="Arial"/>
                        <a:ea typeface="Arial"/>
                        <a:cs typeface="Arial"/>
                        <a:sym typeface="Arial"/>
                      </a:endParaRPr>
                    </a:p>
                  </a:txBody>
                  <a:tcPr marL="0" marR="0" marT="0" marB="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789" name="Google Shape;789;p20"/>
          <p:cNvGraphicFramePr/>
          <p:nvPr/>
        </p:nvGraphicFramePr>
        <p:xfrm>
          <a:off x="7756987" y="5562808"/>
          <a:ext cx="609600" cy="912825"/>
        </p:xfrm>
        <a:graphic>
          <a:graphicData uri="http://schemas.openxmlformats.org/drawingml/2006/table">
            <a:tbl>
              <a:tblPr>
                <a:noFill/>
                <a:tableStyleId>{AFC8D237-0BCE-4CB1-A5D8-B5AF70E7C675}</a:tableStyleId>
              </a:tblPr>
              <a:tblGrid>
                <a:gridCol w="609600">
                  <a:extLst>
                    <a:ext uri="{9D8B030D-6E8A-4147-A177-3AD203B41FA5}">
                      <a16:colId xmlns:a16="http://schemas.microsoft.com/office/drawing/2014/main" val="20000"/>
                    </a:ext>
                  </a:extLst>
                </a:gridCol>
              </a:tblGrid>
              <a:tr h="211150">
                <a:tc>
                  <a:txBody>
                    <a:bodyPr/>
                    <a:lstStyle/>
                    <a:p>
                      <a:pPr marL="0" marR="0" lvl="0" indent="0" algn="ctr" rtl="0">
                        <a:lnSpc>
                          <a:spcPct val="100000"/>
                        </a:lnSpc>
                        <a:spcBef>
                          <a:spcPts val="0"/>
                        </a:spcBef>
                        <a:spcAft>
                          <a:spcPts val="0"/>
                        </a:spcAft>
                        <a:buClr>
                          <a:schemeClr val="dk1"/>
                        </a:buClr>
                        <a:buSzPts val="840"/>
                        <a:buFont typeface="Noto Sans Symbols"/>
                        <a:buNone/>
                      </a:pPr>
                      <a:endParaRPr sz="1200" b="1" i="0" u="none" strike="noStrike" cap="none">
                        <a:solidFill>
                          <a:schemeClr val="dk1"/>
                        </a:solidFill>
                        <a:latin typeface="Arial"/>
                        <a:ea typeface="Arial"/>
                        <a:cs typeface="Arial"/>
                        <a:sym typeface="Arial"/>
                      </a:endParaRPr>
                    </a:p>
                  </a:txBody>
                  <a:tcPr marL="0" marR="0" marT="0" marB="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AEAEA"/>
                    </a:solidFill>
                  </a:tcPr>
                </a:tc>
                <a:extLst>
                  <a:ext uri="{0D108BD9-81ED-4DB2-BD59-A6C34878D82A}">
                    <a16:rowId xmlns:a16="http://schemas.microsoft.com/office/drawing/2014/main" val="10000"/>
                  </a:ext>
                </a:extLst>
              </a:tr>
              <a:tr h="701675">
                <a:tc>
                  <a:txBody>
                    <a:bodyPr/>
                    <a:lstStyle/>
                    <a:p>
                      <a:pPr marL="0" marR="0" lvl="0" indent="0" algn="ctr" rtl="0">
                        <a:lnSpc>
                          <a:spcPct val="100000"/>
                        </a:lnSpc>
                        <a:spcBef>
                          <a:spcPts val="0"/>
                        </a:spcBef>
                        <a:spcAft>
                          <a:spcPts val="0"/>
                        </a:spcAft>
                        <a:buClr>
                          <a:schemeClr val="dk1"/>
                        </a:buClr>
                        <a:buSzPts val="840"/>
                        <a:buFont typeface="Noto Sans Symbols"/>
                        <a:buNone/>
                      </a:pPr>
                      <a:endParaRPr sz="1200" b="1" i="0" u="none" strike="noStrike" cap="none">
                        <a:solidFill>
                          <a:schemeClr val="dk1"/>
                        </a:solidFill>
                        <a:latin typeface="Arial"/>
                        <a:ea typeface="Arial"/>
                        <a:cs typeface="Arial"/>
                        <a:sym typeface="Arial"/>
                      </a:endParaRPr>
                    </a:p>
                  </a:txBody>
                  <a:tcPr marL="0" marR="0" marT="0" marB="0"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cxnSp>
        <p:nvCxnSpPr>
          <p:cNvPr id="790" name="Google Shape;790;p20"/>
          <p:cNvCxnSpPr/>
          <p:nvPr/>
        </p:nvCxnSpPr>
        <p:spPr>
          <a:xfrm>
            <a:off x="7299787" y="5664407"/>
            <a:ext cx="457200" cy="0"/>
          </a:xfrm>
          <a:prstGeom prst="straightConnector1">
            <a:avLst/>
          </a:prstGeom>
          <a:noFill/>
          <a:ln w="9525" cap="flat" cmpd="sng">
            <a:solidFill>
              <a:schemeClr val="dk1"/>
            </a:solidFill>
            <a:prstDash val="solid"/>
            <a:round/>
            <a:headEnd type="none" w="med" len="med"/>
            <a:tailEnd type="stealth" w="lg" len="lg"/>
          </a:ln>
        </p:spPr>
      </p:cxnSp>
      <p:sp>
        <p:nvSpPr>
          <p:cNvPr id="791" name="Google Shape;791;p20"/>
          <p:cNvSpPr/>
          <p:nvPr/>
        </p:nvSpPr>
        <p:spPr>
          <a:xfrm>
            <a:off x="5864687" y="4723020"/>
            <a:ext cx="825500" cy="944562"/>
          </a:xfrm>
          <a:custGeom>
            <a:avLst/>
            <a:gdLst/>
            <a:ahLst/>
            <a:cxnLst/>
            <a:rect l="l" t="t" r="r" b="b"/>
            <a:pathLst>
              <a:path w="520" h="595" extrusionOk="0">
                <a:moveTo>
                  <a:pt x="0" y="0"/>
                </a:moveTo>
                <a:lnTo>
                  <a:pt x="242" y="3"/>
                </a:lnTo>
                <a:lnTo>
                  <a:pt x="242" y="595"/>
                </a:lnTo>
                <a:lnTo>
                  <a:pt x="520" y="593"/>
                </a:lnTo>
              </a:path>
            </a:pathLst>
          </a:custGeom>
          <a:noFill/>
          <a:ln w="9525" cap="flat" cmpd="sng">
            <a:solidFill>
              <a:schemeClr val="dk1"/>
            </a:solidFill>
            <a:prstDash val="solid"/>
            <a:round/>
            <a:headEnd type="none" w="sm" len="sm"/>
            <a:tailEnd type="stealth" w="lg" len="lg"/>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792" name="Google Shape;792;p20"/>
          <p:cNvCxnSpPr>
            <a:stCxn id="776" idx="3"/>
          </p:cNvCxnSpPr>
          <p:nvPr/>
        </p:nvCxnSpPr>
        <p:spPr>
          <a:xfrm rot="10800000" flipH="1">
            <a:off x="5851987" y="2627607"/>
            <a:ext cx="812700" cy="192000"/>
          </a:xfrm>
          <a:prstGeom prst="bentConnector3">
            <a:avLst>
              <a:gd name="adj1" fmla="val 50006"/>
            </a:avLst>
          </a:prstGeom>
          <a:noFill/>
          <a:ln w="9525" cap="flat" cmpd="sng">
            <a:solidFill>
              <a:schemeClr val="dk1"/>
            </a:solidFill>
            <a:prstDash val="solid"/>
            <a:miter lim="800000"/>
            <a:headEnd type="none" w="med" len="med"/>
            <a:tailEnd type="stealth" w="lg" len="lg"/>
          </a:ln>
        </p:spPr>
      </p:cxnSp>
      <p:sp>
        <p:nvSpPr>
          <p:cNvPr id="793" name="Google Shape;793;p20"/>
          <p:cNvSpPr/>
          <p:nvPr/>
        </p:nvSpPr>
        <p:spPr>
          <a:xfrm>
            <a:off x="6690187" y="2722771"/>
            <a:ext cx="609600" cy="180975"/>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Arial"/>
                <a:ea typeface="Arial"/>
                <a:cs typeface="Arial"/>
                <a:sym typeface="Arial"/>
              </a:rPr>
              <a:t>7</a:t>
            </a:r>
            <a:endParaRPr sz="1200">
              <a:solidFill>
                <a:schemeClr val="dk1"/>
              </a:solidFill>
              <a:latin typeface="Arial"/>
              <a:ea typeface="Arial"/>
              <a:cs typeface="Arial"/>
              <a:sym typeface="Arial"/>
            </a:endParaRPr>
          </a:p>
        </p:txBody>
      </p:sp>
      <p:sp>
        <p:nvSpPr>
          <p:cNvPr id="794" name="Google Shape;794;p20"/>
          <p:cNvSpPr/>
          <p:nvPr/>
        </p:nvSpPr>
        <p:spPr>
          <a:xfrm>
            <a:off x="6690187" y="4218196"/>
            <a:ext cx="609600" cy="180975"/>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Arial"/>
                <a:ea typeface="Arial"/>
                <a:cs typeface="Arial"/>
                <a:sym typeface="Arial"/>
              </a:rPr>
              <a:t>11</a:t>
            </a:r>
            <a:endParaRPr sz="1200">
              <a:solidFill>
                <a:schemeClr val="dk1"/>
              </a:solidFill>
              <a:latin typeface="Arial"/>
              <a:ea typeface="Arial"/>
              <a:cs typeface="Arial"/>
              <a:sym typeface="Arial"/>
            </a:endParaRPr>
          </a:p>
        </p:txBody>
      </p:sp>
      <p:sp>
        <p:nvSpPr>
          <p:cNvPr id="795" name="Google Shape;795;p20"/>
          <p:cNvSpPr/>
          <p:nvPr/>
        </p:nvSpPr>
        <p:spPr>
          <a:xfrm>
            <a:off x="7756987" y="4218196"/>
            <a:ext cx="609600" cy="180975"/>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Arial"/>
                <a:ea typeface="Arial"/>
                <a:cs typeface="Arial"/>
                <a:sym typeface="Arial"/>
              </a:rPr>
              <a:t>4</a:t>
            </a:r>
            <a:endParaRPr sz="1200">
              <a:solidFill>
                <a:schemeClr val="dk1"/>
              </a:solidFill>
              <a:latin typeface="Arial"/>
              <a:ea typeface="Arial"/>
              <a:cs typeface="Arial"/>
              <a:sym typeface="Arial"/>
            </a:endParaRPr>
          </a:p>
        </p:txBody>
      </p:sp>
      <p:sp>
        <p:nvSpPr>
          <p:cNvPr id="796" name="Google Shape;796;p20"/>
          <p:cNvSpPr/>
          <p:nvPr/>
        </p:nvSpPr>
        <p:spPr>
          <a:xfrm>
            <a:off x="8823787" y="4221371"/>
            <a:ext cx="609600" cy="180975"/>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Arial"/>
                <a:ea typeface="Arial"/>
                <a:cs typeface="Arial"/>
                <a:sym typeface="Arial"/>
              </a:rPr>
              <a:t>2</a:t>
            </a:r>
            <a:endParaRPr sz="1200">
              <a:solidFill>
                <a:schemeClr val="dk1"/>
              </a:solidFill>
              <a:latin typeface="Arial"/>
              <a:ea typeface="Arial"/>
              <a:cs typeface="Arial"/>
              <a:sym typeface="Arial"/>
            </a:endParaRPr>
          </a:p>
        </p:txBody>
      </p:sp>
      <p:sp>
        <p:nvSpPr>
          <p:cNvPr id="797" name="Google Shape;797;p20"/>
          <p:cNvSpPr/>
          <p:nvPr/>
        </p:nvSpPr>
        <p:spPr>
          <a:xfrm>
            <a:off x="9890587" y="4221371"/>
            <a:ext cx="609600" cy="180975"/>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Arial"/>
                <a:ea typeface="Arial"/>
                <a:cs typeface="Arial"/>
                <a:sym typeface="Arial"/>
              </a:rPr>
              <a:t>17</a:t>
            </a:r>
            <a:endParaRPr sz="1200">
              <a:solidFill>
                <a:schemeClr val="dk1"/>
              </a:solidFill>
              <a:latin typeface="Arial"/>
              <a:ea typeface="Arial"/>
              <a:cs typeface="Arial"/>
              <a:sym typeface="Arial"/>
            </a:endParaRPr>
          </a:p>
        </p:txBody>
      </p:sp>
      <p:sp>
        <p:nvSpPr>
          <p:cNvPr id="798" name="Google Shape;798;p20"/>
          <p:cNvSpPr/>
          <p:nvPr/>
        </p:nvSpPr>
        <p:spPr>
          <a:xfrm>
            <a:off x="6690187" y="5770771"/>
            <a:ext cx="609600" cy="180975"/>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Arial"/>
                <a:ea typeface="Arial"/>
                <a:cs typeface="Arial"/>
                <a:sym typeface="Arial"/>
              </a:rPr>
              <a:t>19</a:t>
            </a:r>
            <a:endParaRPr sz="1200">
              <a:solidFill>
                <a:schemeClr val="dk1"/>
              </a:solidFill>
              <a:latin typeface="Arial"/>
              <a:ea typeface="Arial"/>
              <a:cs typeface="Arial"/>
              <a:sym typeface="Arial"/>
            </a:endParaRPr>
          </a:p>
        </p:txBody>
      </p:sp>
      <p:sp>
        <p:nvSpPr>
          <p:cNvPr id="799" name="Google Shape;799;p20"/>
          <p:cNvSpPr/>
          <p:nvPr/>
        </p:nvSpPr>
        <p:spPr>
          <a:xfrm>
            <a:off x="7756987" y="5773946"/>
            <a:ext cx="609600" cy="180975"/>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Arial"/>
                <a:ea typeface="Arial"/>
                <a:cs typeface="Arial"/>
                <a:sym typeface="Arial"/>
              </a:rPr>
              <a:t>11</a:t>
            </a:r>
            <a:endParaRPr sz="1200">
              <a:solidFill>
                <a:schemeClr val="dk1"/>
              </a:solidFill>
              <a:latin typeface="Arial"/>
              <a:ea typeface="Arial"/>
              <a:cs typeface="Arial"/>
              <a:sym typeface="Arial"/>
            </a:endParaRPr>
          </a:p>
        </p:txBody>
      </p:sp>
      <p:sp>
        <p:nvSpPr>
          <p:cNvPr id="800" name="Google Shape;800;p20"/>
          <p:cNvSpPr txBox="1"/>
          <p:nvPr/>
        </p:nvSpPr>
        <p:spPr>
          <a:xfrm>
            <a:off x="7355733" y="2616407"/>
            <a:ext cx="2021707"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000000"/>
              </a:buClr>
              <a:buSzPts val="2000"/>
              <a:buFont typeface="Noto Sans Symbols"/>
              <a:buNone/>
            </a:pPr>
            <a:r>
              <a:rPr lang="en-US" sz="2000">
                <a:solidFill>
                  <a:schemeClr val="dk1"/>
                </a:solidFill>
                <a:latin typeface="Arial"/>
                <a:ea typeface="Arial"/>
                <a:cs typeface="Arial"/>
                <a:sym typeface="Arial"/>
              </a:rPr>
              <a:t>process number</a:t>
            </a:r>
            <a:endParaRPr sz="2000">
              <a:solidFill>
                <a:schemeClr val="dk1"/>
              </a:solidFill>
              <a:latin typeface="Arial"/>
              <a:ea typeface="Arial"/>
              <a:cs typeface="Arial"/>
              <a:sym typeface="Arial"/>
            </a:endParaRPr>
          </a:p>
        </p:txBody>
      </p:sp>
      <p:sp>
        <p:nvSpPr>
          <p:cNvPr id="801" name="Google Shape;801;p20"/>
          <p:cNvSpPr/>
          <p:nvPr/>
        </p:nvSpPr>
        <p:spPr>
          <a:xfrm rot="5400000">
            <a:off x="8449138" y="217695"/>
            <a:ext cx="261937" cy="3976688"/>
          </a:xfrm>
          <a:prstGeom prst="leftBrace">
            <a:avLst>
              <a:gd name="adj1" fmla="val 126515"/>
              <a:gd name="adj2" fmla="val 50000"/>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802" name="Google Shape;802;p20"/>
          <p:cNvSpPr txBox="1"/>
          <p:nvPr/>
        </p:nvSpPr>
        <p:spPr>
          <a:xfrm>
            <a:off x="8063376" y="1714707"/>
            <a:ext cx="1183337"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1400"/>
              <a:buFont typeface="Noto Sans Symbols"/>
              <a:buNone/>
            </a:pPr>
            <a:r>
              <a:rPr lang="en-US" sz="2000">
                <a:solidFill>
                  <a:schemeClr val="dk1"/>
                </a:solidFill>
                <a:latin typeface="Arial"/>
                <a:ea typeface="Arial"/>
                <a:cs typeface="Arial"/>
                <a:sym typeface="Arial"/>
              </a:rPr>
              <a:t>các PCB</a:t>
            </a:r>
            <a:endParaRPr sz="2000">
              <a:solidFill>
                <a:schemeClr val="dk1"/>
              </a:solidFill>
              <a:latin typeface="Arial"/>
              <a:ea typeface="Arial"/>
              <a:cs typeface="Arial"/>
              <a:sym typeface="Arial"/>
            </a:endParaRPr>
          </a:p>
        </p:txBody>
      </p:sp>
      <p:sp>
        <p:nvSpPr>
          <p:cNvPr id="803" name="Google Shape;803;p20"/>
          <p:cNvSpPr txBox="1"/>
          <p:nvPr/>
        </p:nvSpPr>
        <p:spPr>
          <a:xfrm>
            <a:off x="774145" y="5664407"/>
            <a:ext cx="4107215" cy="461665"/>
          </a:xfrm>
          <a:prstGeom prst="rect">
            <a:avLst/>
          </a:prstGeom>
          <a:gradFill>
            <a:gsLst>
              <a:gs pos="0">
                <a:schemeClr val="accent5"/>
              </a:gs>
              <a:gs pos="100000">
                <a:schemeClr val="accent3"/>
              </a:gs>
            </a:gsLst>
            <a:lin ang="2700000" scaled="0"/>
          </a:grad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en-US" sz="2400" b="1">
                <a:solidFill>
                  <a:schemeClr val="lt1"/>
                </a:solidFill>
                <a:latin typeface="Arial"/>
                <a:ea typeface="Arial"/>
                <a:cs typeface="Arial"/>
                <a:sym typeface="Arial"/>
              </a:rPr>
              <a:t>Có trường hợp sai không?</a:t>
            </a:r>
            <a:endParaRPr/>
          </a:p>
        </p:txBody>
      </p:sp>
      <p:sp>
        <p:nvSpPr>
          <p:cNvPr id="804" name="Google Shape;804;p20"/>
          <p:cNvSpPr txBox="1"/>
          <p:nvPr/>
        </p:nvSpPr>
        <p:spPr>
          <a:xfrm>
            <a:off x="774145" y="1129468"/>
            <a:ext cx="5408853" cy="494751"/>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2400" b="1">
                <a:solidFill>
                  <a:schemeClr val="lt1"/>
                </a:solidFill>
                <a:latin typeface="Arial"/>
                <a:ea typeface="Arial"/>
                <a:cs typeface="Arial"/>
                <a:sym typeface="Arial"/>
              </a:rPr>
              <a:t>Quản lý các tiến trình: các hàng đợi</a:t>
            </a:r>
            <a:endParaRPr sz="24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03"/>
                                        </p:tgtEl>
                                        <p:attrNameLst>
                                          <p:attrName>style.visibility</p:attrName>
                                        </p:attrNameLst>
                                      </p:cBhvr>
                                      <p:to>
                                        <p:strVal val="visible"/>
                                      </p:to>
                                    </p:set>
                                    <p:anim calcmode="lin" valueType="num">
                                      <p:cBhvr additive="base">
                                        <p:cTn id="7" dur="500"/>
                                        <p:tgtEl>
                                          <p:spTgt spid="80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p21"/>
          <p:cNvSpPr txBox="1">
            <a:spLocks noGrp="1"/>
          </p:cNvSpPr>
          <p:nvPr>
            <p:ph type="sldNum" idx="12"/>
          </p:nvPr>
        </p:nvSpPr>
        <p:spPr>
          <a:xfrm>
            <a:off x="11899392" y="6542216"/>
            <a:ext cx="292608" cy="31578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21</a:t>
            </a:fld>
            <a:endParaRPr/>
          </a:p>
        </p:txBody>
      </p:sp>
      <p:sp>
        <p:nvSpPr>
          <p:cNvPr id="810" name="Google Shape;810;p21"/>
          <p:cNvSpPr txBox="1">
            <a:spLocks noGrp="1"/>
          </p:cNvSpPr>
          <p:nvPr>
            <p:ph type="body" idx="1"/>
          </p:nvPr>
        </p:nvSpPr>
        <p:spPr>
          <a:xfrm>
            <a:off x="1470929" y="2095027"/>
            <a:ext cx="7918398" cy="8846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F7FF"/>
              </a:buClr>
              <a:buSzPts val="4400"/>
              <a:buNone/>
            </a:pPr>
            <a:r>
              <a:rPr lang="en-US"/>
              <a:t>4. ĐỊNH THỜI TIẾN TRÌNH</a:t>
            </a:r>
            <a:endParaRPr/>
          </a:p>
        </p:txBody>
      </p:sp>
      <p:sp>
        <p:nvSpPr>
          <p:cNvPr id="811" name="Google Shape;811;p21"/>
          <p:cNvSpPr txBox="1">
            <a:spLocks noGrp="1"/>
          </p:cNvSpPr>
          <p:nvPr>
            <p:ph type="body" idx="2"/>
          </p:nvPr>
        </p:nvSpPr>
        <p:spPr>
          <a:xfrm>
            <a:off x="1470930" y="3169159"/>
            <a:ext cx="8913813" cy="6951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800"/>
              <a:buNone/>
            </a:pPr>
            <a:r>
              <a:rPr lang="en-US" sz="2800"/>
              <a:t>4.1. Các hàng đợi định thời</a:t>
            </a:r>
            <a:endParaRPr/>
          </a:p>
        </p:txBody>
      </p:sp>
      <p:sp>
        <p:nvSpPr>
          <p:cNvPr id="812" name="Google Shape;812;p21"/>
          <p:cNvSpPr txBox="1">
            <a:spLocks noGrp="1"/>
          </p:cNvSpPr>
          <p:nvPr>
            <p:ph type="body" idx="3"/>
          </p:nvPr>
        </p:nvSpPr>
        <p:spPr>
          <a:xfrm>
            <a:off x="1470930" y="4137397"/>
            <a:ext cx="7147030" cy="916698"/>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rgbClr val="F2F2F2"/>
              </a:buClr>
              <a:buSzPts val="1000"/>
              <a:buNone/>
            </a:pPr>
            <a:endParaRPr/>
          </a:p>
        </p:txBody>
      </p:sp>
      <p:sp>
        <p:nvSpPr>
          <p:cNvPr id="813" name="Google Shape;813;p21"/>
          <p:cNvSpPr txBox="1">
            <a:spLocks noGrp="1"/>
          </p:cNvSpPr>
          <p:nvPr>
            <p:ph type="body" idx="4"/>
          </p:nvPr>
        </p:nvSpPr>
        <p:spPr>
          <a:xfrm>
            <a:off x="8896576" y="5231902"/>
            <a:ext cx="2521280" cy="1577819"/>
          </a:xfrm>
          <a:prstGeom prst="rect">
            <a:avLst/>
          </a:prstGeom>
          <a:noFill/>
          <a:ln>
            <a:noFill/>
          </a:ln>
        </p:spPr>
        <p:txBody>
          <a:bodyPr spcFirstLastPara="1" wrap="square" lIns="91425" tIns="45700" rIns="91425" bIns="45700" anchor="t" anchorCtr="0">
            <a:normAutofit lnSpcReduction="10000"/>
          </a:bodyPr>
          <a:lstStyle/>
          <a:p>
            <a:pPr marL="0" lvl="0" indent="0" algn="r" rtl="0">
              <a:lnSpc>
                <a:spcPct val="90000"/>
              </a:lnSpc>
              <a:spcBef>
                <a:spcPts val="0"/>
              </a:spcBef>
              <a:spcAft>
                <a:spcPts val="0"/>
              </a:spcAft>
              <a:buClr>
                <a:srgbClr val="00F7FF"/>
              </a:buClr>
              <a:buSzPts val="12000"/>
              <a:buNone/>
            </a:pPr>
            <a:r>
              <a:rPr lang="en-US"/>
              <a:t>4</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p22"/>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4.1. Các hàng đợi định thời </a:t>
            </a:r>
            <a:endParaRPr/>
          </a:p>
        </p:txBody>
      </p:sp>
      <p:sp>
        <p:nvSpPr>
          <p:cNvPr id="819" name="Google Shape;819;p22"/>
          <p:cNvSpPr txBox="1">
            <a:spLocks noGrp="1"/>
          </p:cNvSpPr>
          <p:nvPr>
            <p:ph type="body" idx="1"/>
          </p:nvPr>
        </p:nvSpPr>
        <p:spPr>
          <a:xfrm>
            <a:off x="774145" y="1412776"/>
            <a:ext cx="3392741" cy="4824536"/>
          </a:xfrm>
          <a:prstGeom prst="rect">
            <a:avLst/>
          </a:prstGeom>
          <a:noFill/>
          <a:ln>
            <a:noFill/>
          </a:ln>
        </p:spPr>
        <p:txBody>
          <a:bodyPr spcFirstLastPara="1" wrap="square" lIns="91425" tIns="45700" rIns="91425" bIns="45700" anchor="t" anchorCtr="0">
            <a:normAutofit/>
          </a:bodyPr>
          <a:lstStyle/>
          <a:p>
            <a:pPr marL="228600" lvl="0" indent="-228600" algn="just" rtl="0">
              <a:lnSpc>
                <a:spcPct val="130000"/>
              </a:lnSpc>
              <a:spcBef>
                <a:spcPts val="0"/>
              </a:spcBef>
              <a:spcAft>
                <a:spcPts val="0"/>
              </a:spcAft>
              <a:buClr>
                <a:schemeClr val="dk1"/>
              </a:buClr>
              <a:buSzPts val="2400"/>
              <a:buChar char="•"/>
            </a:pPr>
            <a:r>
              <a:rPr lang="en-US" sz="2400"/>
              <a:t>Hàng đợi công việc -Job queue </a:t>
            </a:r>
            <a:endParaRPr/>
          </a:p>
          <a:p>
            <a:pPr marL="228600" lvl="0" indent="-228600" algn="just" rtl="0">
              <a:lnSpc>
                <a:spcPct val="130000"/>
              </a:lnSpc>
              <a:spcBef>
                <a:spcPts val="600"/>
              </a:spcBef>
              <a:spcAft>
                <a:spcPts val="0"/>
              </a:spcAft>
              <a:buClr>
                <a:schemeClr val="dk1"/>
              </a:buClr>
              <a:buSzPts val="2400"/>
              <a:buChar char="•"/>
            </a:pPr>
            <a:r>
              <a:rPr lang="en-US" sz="2400"/>
              <a:t>Hàng đợi sẵn sàng -Ready queue</a:t>
            </a:r>
            <a:endParaRPr/>
          </a:p>
          <a:p>
            <a:pPr marL="228600" lvl="0" indent="-228600" algn="just" rtl="0">
              <a:lnSpc>
                <a:spcPct val="130000"/>
              </a:lnSpc>
              <a:spcBef>
                <a:spcPts val="600"/>
              </a:spcBef>
              <a:spcAft>
                <a:spcPts val="0"/>
              </a:spcAft>
              <a:buClr>
                <a:schemeClr val="dk1"/>
              </a:buClr>
              <a:buSzPts val="2400"/>
              <a:buChar char="•"/>
            </a:pPr>
            <a:r>
              <a:rPr lang="en-US" sz="2400"/>
              <a:t>Hàng đợi thiết bị -Device queues</a:t>
            </a:r>
            <a:endParaRPr/>
          </a:p>
          <a:p>
            <a:pPr marL="228600" lvl="0" indent="-228600" algn="just" rtl="0">
              <a:lnSpc>
                <a:spcPct val="130000"/>
              </a:lnSpc>
              <a:spcBef>
                <a:spcPts val="600"/>
              </a:spcBef>
              <a:spcAft>
                <a:spcPts val="0"/>
              </a:spcAft>
              <a:buClr>
                <a:schemeClr val="dk1"/>
              </a:buClr>
              <a:buSzPts val="2400"/>
              <a:buChar char="•"/>
            </a:pPr>
            <a:r>
              <a:rPr lang="en-US" sz="2400"/>
              <a:t>…</a:t>
            </a:r>
            <a:endParaRPr/>
          </a:p>
        </p:txBody>
      </p:sp>
      <p:sp>
        <p:nvSpPr>
          <p:cNvPr id="820" name="Google Shape;820;p22"/>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821" name="Google Shape;821;p22"/>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22</a:t>
            </a:fld>
            <a:endParaRPr/>
          </a:p>
        </p:txBody>
      </p:sp>
      <p:pic>
        <p:nvPicPr>
          <p:cNvPr id="822" name="Google Shape;822;p22"/>
          <p:cNvPicPr preferRelativeResize="0"/>
          <p:nvPr/>
        </p:nvPicPr>
        <p:blipFill rotWithShape="1">
          <a:blip r:embed="rId3">
            <a:alphaModFix/>
          </a:blip>
          <a:srcRect l="7654" t="678" r="7777" b="1550"/>
          <a:stretch/>
        </p:blipFill>
        <p:spPr>
          <a:xfrm>
            <a:off x="4845291" y="1182712"/>
            <a:ext cx="5943600" cy="5080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p23"/>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4.1. Các hàng đợi định thời</a:t>
            </a:r>
            <a:endParaRPr/>
          </a:p>
        </p:txBody>
      </p:sp>
      <p:sp>
        <p:nvSpPr>
          <p:cNvPr id="828" name="Google Shape;828;p23"/>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829" name="Google Shape;829;p23"/>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23</a:t>
            </a:fld>
            <a:endParaRPr/>
          </a:p>
        </p:txBody>
      </p:sp>
      <p:pic>
        <p:nvPicPr>
          <p:cNvPr id="830" name="Google Shape;830;p23" descr="3"/>
          <p:cNvPicPr preferRelativeResize="0"/>
          <p:nvPr/>
        </p:nvPicPr>
        <p:blipFill rotWithShape="1">
          <a:blip r:embed="rId3">
            <a:alphaModFix/>
          </a:blip>
          <a:srcRect/>
          <a:stretch/>
        </p:blipFill>
        <p:spPr>
          <a:xfrm>
            <a:off x="2982913" y="1323976"/>
            <a:ext cx="6546850" cy="3781425"/>
          </a:xfrm>
          <a:prstGeom prst="rect">
            <a:avLst/>
          </a:prstGeom>
          <a:noFill/>
          <a:ln>
            <a:noFill/>
          </a:ln>
        </p:spPr>
      </p:pic>
      <p:sp>
        <p:nvSpPr>
          <p:cNvPr id="831" name="Google Shape;831;p23"/>
          <p:cNvSpPr txBox="1"/>
          <p:nvPr/>
        </p:nvSpPr>
        <p:spPr>
          <a:xfrm>
            <a:off x="3529509" y="5553076"/>
            <a:ext cx="5117106"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000000"/>
              </a:buClr>
              <a:buSzPts val="1680"/>
              <a:buFont typeface="Noto Sans Symbols"/>
              <a:buNone/>
            </a:pPr>
            <a:r>
              <a:rPr lang="en-US" sz="2400">
                <a:solidFill>
                  <a:schemeClr val="dk1"/>
                </a:solidFill>
                <a:latin typeface="Calibri"/>
                <a:ea typeface="Calibri"/>
                <a:cs typeface="Calibri"/>
                <a:sym typeface="Calibri"/>
              </a:rPr>
              <a:t>Lưu đồ hàng đợi của định thời tiến trình</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p24"/>
          <p:cNvSpPr txBox="1">
            <a:spLocks noGrp="1"/>
          </p:cNvSpPr>
          <p:nvPr>
            <p:ph type="sldNum" idx="12"/>
          </p:nvPr>
        </p:nvSpPr>
        <p:spPr>
          <a:xfrm>
            <a:off x="11899392" y="6542216"/>
            <a:ext cx="292608" cy="31578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24</a:t>
            </a:fld>
            <a:endParaRPr/>
          </a:p>
        </p:txBody>
      </p:sp>
      <p:sp>
        <p:nvSpPr>
          <p:cNvPr id="837" name="Google Shape;837;p24"/>
          <p:cNvSpPr txBox="1">
            <a:spLocks noGrp="1"/>
          </p:cNvSpPr>
          <p:nvPr>
            <p:ph type="body" idx="1"/>
          </p:nvPr>
        </p:nvSpPr>
        <p:spPr>
          <a:xfrm>
            <a:off x="1470929" y="2095027"/>
            <a:ext cx="7918398" cy="8846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F7FF"/>
              </a:buClr>
              <a:buSzPts val="4400"/>
              <a:buNone/>
            </a:pPr>
            <a:r>
              <a:rPr lang="en-US"/>
              <a:t>4. ĐỊNH THỜI TIẾN TRÌNH</a:t>
            </a:r>
            <a:endParaRPr/>
          </a:p>
        </p:txBody>
      </p:sp>
      <p:sp>
        <p:nvSpPr>
          <p:cNvPr id="838" name="Google Shape;838;p24"/>
          <p:cNvSpPr txBox="1">
            <a:spLocks noGrp="1"/>
          </p:cNvSpPr>
          <p:nvPr>
            <p:ph type="body" idx="2"/>
          </p:nvPr>
        </p:nvSpPr>
        <p:spPr>
          <a:xfrm>
            <a:off x="1470930" y="3169159"/>
            <a:ext cx="8913813" cy="6951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800"/>
              <a:buNone/>
            </a:pPr>
            <a:r>
              <a:rPr lang="en-US" sz="2800"/>
              <a:t>4.2. Bộ định thời</a:t>
            </a:r>
            <a:endParaRPr/>
          </a:p>
        </p:txBody>
      </p:sp>
      <p:sp>
        <p:nvSpPr>
          <p:cNvPr id="839" name="Google Shape;839;p24"/>
          <p:cNvSpPr txBox="1">
            <a:spLocks noGrp="1"/>
          </p:cNvSpPr>
          <p:nvPr>
            <p:ph type="body" idx="3"/>
          </p:nvPr>
        </p:nvSpPr>
        <p:spPr>
          <a:xfrm>
            <a:off x="1470930" y="4137397"/>
            <a:ext cx="7147030" cy="916698"/>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rgbClr val="F2F2F2"/>
              </a:buClr>
              <a:buSzPts val="1000"/>
              <a:buNone/>
            </a:pPr>
            <a:endParaRPr/>
          </a:p>
        </p:txBody>
      </p:sp>
      <p:sp>
        <p:nvSpPr>
          <p:cNvPr id="840" name="Google Shape;840;p24"/>
          <p:cNvSpPr txBox="1">
            <a:spLocks noGrp="1"/>
          </p:cNvSpPr>
          <p:nvPr>
            <p:ph type="body" idx="4"/>
          </p:nvPr>
        </p:nvSpPr>
        <p:spPr>
          <a:xfrm>
            <a:off x="8896576" y="5231902"/>
            <a:ext cx="2521280" cy="1577819"/>
          </a:xfrm>
          <a:prstGeom prst="rect">
            <a:avLst/>
          </a:prstGeom>
          <a:noFill/>
          <a:ln>
            <a:noFill/>
          </a:ln>
        </p:spPr>
        <p:txBody>
          <a:bodyPr spcFirstLastPara="1" wrap="square" lIns="91425" tIns="45700" rIns="91425" bIns="45700" anchor="t" anchorCtr="0">
            <a:normAutofit lnSpcReduction="10000"/>
          </a:bodyPr>
          <a:lstStyle/>
          <a:p>
            <a:pPr marL="0" lvl="0" indent="0" algn="r" rtl="0">
              <a:lnSpc>
                <a:spcPct val="90000"/>
              </a:lnSpc>
              <a:spcBef>
                <a:spcPts val="0"/>
              </a:spcBef>
              <a:spcAft>
                <a:spcPts val="0"/>
              </a:spcAft>
              <a:buClr>
                <a:srgbClr val="00F7FF"/>
              </a:buClr>
              <a:buSzPts val="12000"/>
              <a:buNone/>
            </a:pPr>
            <a:r>
              <a:rPr lang="en-US"/>
              <a:t>4</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p25"/>
          <p:cNvSpPr txBox="1">
            <a:spLocks noGrp="1"/>
          </p:cNvSpPr>
          <p:nvPr>
            <p:ph type="body" idx="1"/>
          </p:nvPr>
        </p:nvSpPr>
        <p:spPr>
          <a:xfrm>
            <a:off x="773350" y="1962615"/>
            <a:ext cx="5202794" cy="4214349"/>
          </a:xfrm>
          <a:prstGeom prst="rect">
            <a:avLst/>
          </a:prstGeom>
          <a:noFill/>
          <a:ln w="19050" cap="rnd" cmpd="sng">
            <a:solidFill>
              <a:srgbClr val="0072FF"/>
            </a:solidFill>
            <a:prstDash val="solid"/>
            <a:round/>
            <a:headEnd type="none" w="sm" len="sm"/>
            <a:tailEnd type="none" w="sm" len="sm"/>
          </a:ln>
        </p:spPr>
        <p:txBody>
          <a:bodyPr spcFirstLastPara="1" wrap="square" lIns="91425" tIns="45700" rIns="91425" bIns="45700" anchor="t" anchorCtr="0">
            <a:normAutofit/>
          </a:bodyPr>
          <a:lstStyle/>
          <a:p>
            <a:pPr marL="228600" lvl="0" indent="-228600" algn="just" rtl="0">
              <a:lnSpc>
                <a:spcPct val="130000"/>
              </a:lnSpc>
              <a:spcBef>
                <a:spcPts val="0"/>
              </a:spcBef>
              <a:spcAft>
                <a:spcPts val="0"/>
              </a:spcAft>
              <a:buClr>
                <a:srgbClr val="0072FF"/>
              </a:buClr>
              <a:buSzPts val="2400"/>
              <a:buChar char="•"/>
            </a:pPr>
            <a:r>
              <a:rPr lang="en-US" sz="2400" b="1">
                <a:solidFill>
                  <a:srgbClr val="0072FF"/>
                </a:solidFill>
              </a:rPr>
              <a:t>Bộ định thời công việc </a:t>
            </a:r>
            <a:r>
              <a:rPr lang="en-US" sz="2400"/>
              <a:t>(Job scheduler) hay </a:t>
            </a:r>
            <a:r>
              <a:rPr lang="en-US" sz="2400" b="1">
                <a:solidFill>
                  <a:srgbClr val="0072FF"/>
                </a:solidFill>
              </a:rPr>
              <a:t>bộ định thời dài </a:t>
            </a:r>
            <a:r>
              <a:rPr lang="en-US" sz="2400"/>
              <a:t>(long-term scheduler).</a:t>
            </a:r>
            <a:endParaRPr sz="2400"/>
          </a:p>
          <a:p>
            <a:pPr marL="228600" lvl="0" indent="-228600" algn="just" rtl="0">
              <a:lnSpc>
                <a:spcPct val="130000"/>
              </a:lnSpc>
              <a:spcBef>
                <a:spcPts val="600"/>
              </a:spcBef>
              <a:spcAft>
                <a:spcPts val="0"/>
              </a:spcAft>
              <a:buClr>
                <a:srgbClr val="0072FF"/>
              </a:buClr>
              <a:buSzPts val="2400"/>
              <a:buChar char="•"/>
            </a:pPr>
            <a:r>
              <a:rPr lang="en-US" sz="2400" b="1">
                <a:solidFill>
                  <a:srgbClr val="0072FF"/>
                </a:solidFill>
              </a:rPr>
              <a:t>Bộ định thời CPU </a:t>
            </a:r>
            <a:r>
              <a:rPr lang="en-US" sz="2400"/>
              <a:t>hay </a:t>
            </a:r>
            <a:r>
              <a:rPr lang="en-US" sz="2400" b="1">
                <a:solidFill>
                  <a:srgbClr val="0072FF"/>
                </a:solidFill>
              </a:rPr>
              <a:t>bộ định thời ngắn</a:t>
            </a:r>
            <a:r>
              <a:rPr lang="en-US" sz="2400" b="1"/>
              <a:t>.</a:t>
            </a:r>
            <a:endParaRPr sz="2400" b="1"/>
          </a:p>
        </p:txBody>
      </p:sp>
      <p:sp>
        <p:nvSpPr>
          <p:cNvPr id="846" name="Google Shape;846;p25"/>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847" name="Google Shape;847;p25"/>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25</a:t>
            </a:fld>
            <a:endParaRPr/>
          </a:p>
        </p:txBody>
      </p:sp>
      <p:sp>
        <p:nvSpPr>
          <p:cNvPr id="848" name="Google Shape;848;p25"/>
          <p:cNvSpPr txBox="1">
            <a:spLocks noGrp="1"/>
          </p:cNvSpPr>
          <p:nvPr>
            <p:ph type="body" idx="2"/>
          </p:nvPr>
        </p:nvSpPr>
        <p:spPr>
          <a:xfrm>
            <a:off x="6151800" y="1957280"/>
            <a:ext cx="5202000" cy="4214349"/>
          </a:xfrm>
          <a:prstGeom prst="rect">
            <a:avLst/>
          </a:prstGeom>
          <a:noFill/>
          <a:ln w="19050" cap="rnd" cmpd="sng">
            <a:solidFill>
              <a:schemeClr val="accent3"/>
            </a:solidFill>
            <a:prstDash val="solid"/>
            <a:round/>
            <a:headEnd type="none" w="sm" len="sm"/>
            <a:tailEnd type="none" w="sm" len="sm"/>
          </a:ln>
        </p:spPr>
        <p:txBody>
          <a:bodyPr spcFirstLastPara="1" wrap="square" lIns="91425" tIns="45700" rIns="91425" bIns="45700" anchor="t" anchorCtr="0">
            <a:normAutofit/>
          </a:bodyPr>
          <a:lstStyle/>
          <a:p>
            <a:pPr marL="228600" lvl="0" indent="-228600" algn="just" rtl="0">
              <a:lnSpc>
                <a:spcPct val="130000"/>
              </a:lnSpc>
              <a:spcBef>
                <a:spcPts val="0"/>
              </a:spcBef>
              <a:spcAft>
                <a:spcPts val="0"/>
              </a:spcAft>
              <a:buClr>
                <a:schemeClr val="dk1"/>
              </a:buClr>
              <a:buSzPts val="2400"/>
              <a:buChar char="•"/>
            </a:pPr>
            <a:r>
              <a:rPr lang="en-US" sz="2400"/>
              <a:t>Các tiến trình có thể mô tả như:</a:t>
            </a:r>
            <a:endParaRPr/>
          </a:p>
          <a:p>
            <a:pPr marL="685800" lvl="1" indent="-228600" algn="just" rtl="0">
              <a:lnSpc>
                <a:spcPct val="130000"/>
              </a:lnSpc>
              <a:spcBef>
                <a:spcPts val="600"/>
              </a:spcBef>
              <a:spcAft>
                <a:spcPts val="0"/>
              </a:spcAft>
              <a:buClr>
                <a:schemeClr val="accent3"/>
              </a:buClr>
              <a:buSzPts val="2400"/>
              <a:buChar char="•"/>
            </a:pPr>
            <a:r>
              <a:rPr lang="en-US" b="1">
                <a:solidFill>
                  <a:schemeClr val="accent3"/>
                </a:solidFill>
              </a:rPr>
              <a:t>tiến trình hướng I/O</a:t>
            </a:r>
            <a:endParaRPr/>
          </a:p>
          <a:p>
            <a:pPr marL="685800" lvl="1" indent="-228600" algn="just" rtl="0">
              <a:lnSpc>
                <a:spcPct val="130000"/>
              </a:lnSpc>
              <a:spcBef>
                <a:spcPts val="600"/>
              </a:spcBef>
              <a:spcAft>
                <a:spcPts val="0"/>
              </a:spcAft>
              <a:buClr>
                <a:schemeClr val="accent3"/>
              </a:buClr>
              <a:buSzPts val="2400"/>
              <a:buChar char="•"/>
            </a:pPr>
            <a:r>
              <a:rPr lang="en-US" b="1">
                <a:solidFill>
                  <a:schemeClr val="accent3"/>
                </a:solidFill>
              </a:rPr>
              <a:t>tiến trình hướng CPU</a:t>
            </a:r>
            <a:endParaRPr/>
          </a:p>
          <a:p>
            <a:pPr marL="228600" lvl="0" indent="-228600" algn="just" rtl="0">
              <a:lnSpc>
                <a:spcPct val="130000"/>
              </a:lnSpc>
              <a:spcBef>
                <a:spcPts val="600"/>
              </a:spcBef>
              <a:spcAft>
                <a:spcPts val="0"/>
              </a:spcAft>
              <a:buClr>
                <a:schemeClr val="dk1"/>
              </a:buClr>
              <a:buSzPts val="2400"/>
              <a:buChar char="•"/>
            </a:pPr>
            <a:r>
              <a:rPr lang="en-US" sz="2400"/>
              <a:t>Thời gian thực hiện khác nhau -&gt; kết hợp hài hòa giữa chúng.</a:t>
            </a:r>
            <a:endParaRPr sz="2400"/>
          </a:p>
        </p:txBody>
      </p:sp>
      <p:sp>
        <p:nvSpPr>
          <p:cNvPr id="849" name="Google Shape;849;p25"/>
          <p:cNvSpPr txBox="1">
            <a:spLocks noGrp="1"/>
          </p:cNvSpPr>
          <p:nvPr>
            <p:ph type="body" idx="3"/>
          </p:nvPr>
        </p:nvSpPr>
        <p:spPr>
          <a:xfrm>
            <a:off x="774144" y="1233825"/>
            <a:ext cx="5202794" cy="504825"/>
          </a:xfrm>
          <a:prstGeom prst="rect">
            <a:avLst/>
          </a:prstGeom>
          <a:gradFill>
            <a:gsLst>
              <a:gs pos="0">
                <a:srgbClr val="0072FF"/>
              </a:gs>
              <a:gs pos="99000">
                <a:srgbClr val="00C6FF"/>
              </a:gs>
              <a:gs pos="100000">
                <a:srgbClr val="00C6FF"/>
              </a:gs>
            </a:gsLst>
            <a:lin ang="2700000" scaled="0"/>
          </a:gradFill>
          <a:ln>
            <a:noFill/>
          </a:ln>
        </p:spPr>
        <p:txBody>
          <a:bodyPr spcFirstLastPara="1" wrap="square" lIns="91425" tIns="45700" rIns="91425" bIns="45700" anchor="t" anchorCtr="0">
            <a:normAutofit/>
          </a:bodyPr>
          <a:lstStyle/>
          <a:p>
            <a:pPr marL="0" lvl="0" indent="0" algn="ctr" rtl="0">
              <a:lnSpc>
                <a:spcPct val="120000"/>
              </a:lnSpc>
              <a:spcBef>
                <a:spcPts val="0"/>
              </a:spcBef>
              <a:spcAft>
                <a:spcPts val="0"/>
              </a:spcAft>
              <a:buClr>
                <a:schemeClr val="lt1"/>
              </a:buClr>
              <a:buSzPts val="2400"/>
              <a:buNone/>
            </a:pPr>
            <a:r>
              <a:rPr lang="en-US"/>
              <a:t>Phân loại bộ định thời</a:t>
            </a:r>
            <a:endParaRPr/>
          </a:p>
        </p:txBody>
      </p:sp>
      <p:sp>
        <p:nvSpPr>
          <p:cNvPr id="850" name="Google Shape;850;p25"/>
          <p:cNvSpPr txBox="1">
            <a:spLocks noGrp="1"/>
          </p:cNvSpPr>
          <p:nvPr>
            <p:ph type="body" idx="4"/>
          </p:nvPr>
        </p:nvSpPr>
        <p:spPr>
          <a:xfrm>
            <a:off x="6151006" y="1233825"/>
            <a:ext cx="5202794" cy="504825"/>
          </a:xfrm>
          <a:prstGeom prst="rect">
            <a:avLst/>
          </a:prstGeom>
          <a:gradFill>
            <a:gsLst>
              <a:gs pos="0">
                <a:schemeClr val="accent3"/>
              </a:gs>
              <a:gs pos="99000">
                <a:schemeClr val="accent2"/>
              </a:gs>
              <a:gs pos="100000">
                <a:schemeClr val="accent2"/>
              </a:gs>
            </a:gsLst>
            <a:lin ang="0" scaled="0"/>
          </a:gradFill>
          <a:ln>
            <a:noFill/>
          </a:ln>
        </p:spPr>
        <p:txBody>
          <a:bodyPr spcFirstLastPara="1" wrap="square" lIns="91425" tIns="45700" rIns="91425" bIns="45700" anchor="t" anchorCtr="0">
            <a:normAutofit/>
          </a:bodyPr>
          <a:lstStyle/>
          <a:p>
            <a:pPr marL="0" lvl="0" indent="0" algn="ctr" rtl="0">
              <a:lnSpc>
                <a:spcPct val="120000"/>
              </a:lnSpc>
              <a:spcBef>
                <a:spcPts val="0"/>
              </a:spcBef>
              <a:spcAft>
                <a:spcPts val="0"/>
              </a:spcAft>
              <a:buClr>
                <a:schemeClr val="lt1"/>
              </a:buClr>
              <a:buSzPts val="2400"/>
              <a:buNone/>
            </a:pPr>
            <a:r>
              <a:rPr lang="en-US"/>
              <a:t>Phân loại tiến trình</a:t>
            </a:r>
            <a:endParaRPr/>
          </a:p>
        </p:txBody>
      </p:sp>
      <p:sp>
        <p:nvSpPr>
          <p:cNvPr id="851" name="Google Shape;851;p25"/>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4.2. Bộ định thời</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45">
                                            <p:txEl>
                                              <p:pRg st="0" end="0"/>
                                            </p:txEl>
                                          </p:spTgt>
                                        </p:tgtEl>
                                        <p:attrNameLst>
                                          <p:attrName>style.visibility</p:attrName>
                                        </p:attrNameLst>
                                      </p:cBhvr>
                                      <p:to>
                                        <p:strVal val="visible"/>
                                      </p:to>
                                    </p:set>
                                    <p:anim calcmode="lin" valueType="num">
                                      <p:cBhvr additive="base">
                                        <p:cTn id="7" dur="500"/>
                                        <p:tgtEl>
                                          <p:spTgt spid="84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45">
                                            <p:txEl>
                                              <p:pRg st="1" end="1"/>
                                            </p:txEl>
                                          </p:spTgt>
                                        </p:tgtEl>
                                        <p:attrNameLst>
                                          <p:attrName>style.visibility</p:attrName>
                                        </p:attrNameLst>
                                      </p:cBhvr>
                                      <p:to>
                                        <p:strVal val="visible"/>
                                      </p:to>
                                    </p:set>
                                    <p:anim calcmode="lin" valueType="num">
                                      <p:cBhvr additive="base">
                                        <p:cTn id="12" dur="500"/>
                                        <p:tgtEl>
                                          <p:spTgt spid="84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50">
                                            <p:txEl>
                                              <p:pRg st="0" end="0"/>
                                            </p:txEl>
                                          </p:spTgt>
                                        </p:tgtEl>
                                        <p:attrNameLst>
                                          <p:attrName>style.visibility</p:attrName>
                                        </p:attrNameLst>
                                      </p:cBhvr>
                                      <p:to>
                                        <p:strVal val="visible"/>
                                      </p:to>
                                    </p:set>
                                    <p:anim calcmode="lin" valueType="num">
                                      <p:cBhvr additive="base">
                                        <p:cTn id="17" dur="500"/>
                                        <p:tgtEl>
                                          <p:spTgt spid="85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848">
                                            <p:txEl>
                                              <p:pRg st="0" end="0"/>
                                            </p:txEl>
                                          </p:spTgt>
                                        </p:tgtEl>
                                        <p:attrNameLst>
                                          <p:attrName>style.visibility</p:attrName>
                                        </p:attrNameLst>
                                      </p:cBhvr>
                                      <p:to>
                                        <p:strVal val="visible"/>
                                      </p:to>
                                    </p:set>
                                    <p:anim calcmode="lin" valueType="num">
                                      <p:cBhvr additive="base">
                                        <p:cTn id="22" dur="500"/>
                                        <p:tgtEl>
                                          <p:spTgt spid="84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48">
                                            <p:txEl>
                                              <p:pRg st="1" end="1"/>
                                            </p:txEl>
                                          </p:spTgt>
                                        </p:tgtEl>
                                        <p:attrNameLst>
                                          <p:attrName>style.visibility</p:attrName>
                                        </p:attrNameLst>
                                      </p:cBhvr>
                                      <p:to>
                                        <p:strVal val="visible"/>
                                      </p:to>
                                    </p:set>
                                    <p:anim calcmode="lin" valueType="num">
                                      <p:cBhvr additive="base">
                                        <p:cTn id="27" dur="500"/>
                                        <p:tgtEl>
                                          <p:spTgt spid="84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848">
                                            <p:txEl>
                                              <p:pRg st="2" end="2"/>
                                            </p:txEl>
                                          </p:spTgt>
                                        </p:tgtEl>
                                        <p:attrNameLst>
                                          <p:attrName>style.visibility</p:attrName>
                                        </p:attrNameLst>
                                      </p:cBhvr>
                                      <p:to>
                                        <p:strVal val="visible"/>
                                      </p:to>
                                    </p:set>
                                    <p:anim calcmode="lin" valueType="num">
                                      <p:cBhvr additive="base">
                                        <p:cTn id="32" dur="500"/>
                                        <p:tgtEl>
                                          <p:spTgt spid="84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48">
                                            <p:txEl>
                                              <p:pRg st="3" end="3"/>
                                            </p:txEl>
                                          </p:spTgt>
                                        </p:tgtEl>
                                        <p:attrNameLst>
                                          <p:attrName>style.visibility</p:attrName>
                                        </p:attrNameLst>
                                      </p:cBhvr>
                                      <p:to>
                                        <p:strVal val="visible"/>
                                      </p:to>
                                    </p:set>
                                    <p:anim calcmode="lin" valueType="num">
                                      <p:cBhvr additive="base">
                                        <p:cTn id="37" dur="500"/>
                                        <p:tgtEl>
                                          <p:spTgt spid="84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p26"/>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4.2. Bộ định thời</a:t>
            </a:r>
            <a:endParaRPr/>
          </a:p>
        </p:txBody>
      </p:sp>
      <p:sp>
        <p:nvSpPr>
          <p:cNvPr id="857" name="Google Shape;857;p26"/>
          <p:cNvSpPr txBox="1">
            <a:spLocks noGrp="1"/>
          </p:cNvSpPr>
          <p:nvPr>
            <p:ph type="body" idx="1"/>
          </p:nvPr>
        </p:nvSpPr>
        <p:spPr>
          <a:xfrm>
            <a:off x="848813" y="1958439"/>
            <a:ext cx="5389941" cy="1887951"/>
          </a:xfrm>
          <a:prstGeom prst="rect">
            <a:avLst/>
          </a:prstGeom>
          <a:noFill/>
          <a:ln>
            <a:noFill/>
          </a:ln>
        </p:spPr>
        <p:txBody>
          <a:bodyPr spcFirstLastPara="1" wrap="square" lIns="91425" tIns="45700" rIns="91425" bIns="45700" anchor="t" anchorCtr="0">
            <a:noAutofit/>
          </a:bodyPr>
          <a:lstStyle/>
          <a:p>
            <a:pPr marL="228600" lvl="0" indent="-228600" algn="just" rtl="0">
              <a:lnSpc>
                <a:spcPct val="130000"/>
              </a:lnSpc>
              <a:spcBef>
                <a:spcPts val="0"/>
              </a:spcBef>
              <a:spcAft>
                <a:spcPts val="0"/>
              </a:spcAft>
              <a:buClr>
                <a:schemeClr val="dk1"/>
              </a:buClr>
              <a:buSzPts val="2200"/>
              <a:buChar char="•"/>
            </a:pPr>
            <a:r>
              <a:rPr lang="en-US" sz="2200"/>
              <a:t>Đôi khi hệ điều hành (như time-sharing system) có thêm </a:t>
            </a:r>
            <a:r>
              <a:rPr lang="en-US" sz="2200" b="1">
                <a:solidFill>
                  <a:srgbClr val="0072FF"/>
                </a:solidFill>
              </a:rPr>
              <a:t>medium-term scheduling</a:t>
            </a:r>
            <a:r>
              <a:rPr lang="en-US" sz="2200"/>
              <a:t> để điều chỉnh mức độ đa chương của hệ thống.</a:t>
            </a:r>
            <a:endParaRPr sz="2200"/>
          </a:p>
        </p:txBody>
      </p:sp>
      <p:sp>
        <p:nvSpPr>
          <p:cNvPr id="858" name="Google Shape;858;p26"/>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859" name="Google Shape;859;p26"/>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26</a:t>
            </a:fld>
            <a:endParaRPr/>
          </a:p>
        </p:txBody>
      </p:sp>
      <p:pic>
        <p:nvPicPr>
          <p:cNvPr id="860" name="Google Shape;860;p26"/>
          <p:cNvPicPr preferRelativeResize="0"/>
          <p:nvPr/>
        </p:nvPicPr>
        <p:blipFill rotWithShape="1">
          <a:blip r:embed="rId3">
            <a:alphaModFix/>
          </a:blip>
          <a:srcRect/>
          <a:stretch/>
        </p:blipFill>
        <p:spPr>
          <a:xfrm>
            <a:off x="2774950" y="4089251"/>
            <a:ext cx="6642100" cy="2415964"/>
          </a:xfrm>
          <a:prstGeom prst="rect">
            <a:avLst/>
          </a:prstGeom>
          <a:noFill/>
          <a:ln>
            <a:noFill/>
          </a:ln>
        </p:spPr>
      </p:pic>
      <p:sp>
        <p:nvSpPr>
          <p:cNvPr id="861" name="Google Shape;861;p26"/>
          <p:cNvSpPr txBox="1"/>
          <p:nvPr/>
        </p:nvSpPr>
        <p:spPr>
          <a:xfrm>
            <a:off x="838201" y="1220827"/>
            <a:ext cx="4245073" cy="494751"/>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2400" b="1">
                <a:solidFill>
                  <a:schemeClr val="lt1"/>
                </a:solidFill>
                <a:latin typeface="Arial"/>
                <a:ea typeface="Arial"/>
                <a:cs typeface="Arial"/>
                <a:sym typeface="Arial"/>
              </a:rPr>
              <a:t>Bộ định thời trung gian/vừa</a:t>
            </a:r>
            <a:endParaRPr sz="2400" b="1">
              <a:solidFill>
                <a:schemeClr val="lt1"/>
              </a:solidFill>
              <a:latin typeface="Arial"/>
              <a:ea typeface="Arial"/>
              <a:cs typeface="Arial"/>
              <a:sym typeface="Arial"/>
            </a:endParaRPr>
          </a:p>
        </p:txBody>
      </p:sp>
      <p:sp>
        <p:nvSpPr>
          <p:cNvPr id="862" name="Google Shape;862;p26"/>
          <p:cNvSpPr txBox="1"/>
          <p:nvPr/>
        </p:nvSpPr>
        <p:spPr>
          <a:xfrm>
            <a:off x="6522334" y="1956952"/>
            <a:ext cx="5561636" cy="1785104"/>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200"/>
              <a:buFont typeface="Arial"/>
              <a:buChar char="•"/>
            </a:pPr>
            <a:r>
              <a:rPr lang="en-US" sz="2200" b="1">
                <a:solidFill>
                  <a:schemeClr val="dk1"/>
                </a:solidFill>
                <a:latin typeface="Calibri"/>
                <a:ea typeface="Calibri"/>
                <a:cs typeface="Calibri"/>
                <a:sym typeface="Calibri"/>
              </a:rPr>
              <a:t>Medium-term scheduler:</a:t>
            </a:r>
            <a:endParaRPr/>
          </a:p>
          <a:p>
            <a:pPr marL="800100" marR="0" lvl="1" indent="-342900" algn="l" rtl="0">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chuyển tiến trình từ bộ nhớ sang đĩa (swap out).</a:t>
            </a:r>
            <a:endParaRPr sz="2200" b="0" i="0" u="none" strike="noStrike" cap="none">
              <a:solidFill>
                <a:schemeClr val="dk1"/>
              </a:solidFill>
              <a:latin typeface="Calibri"/>
              <a:ea typeface="Calibri"/>
              <a:cs typeface="Calibri"/>
              <a:sym typeface="Calibri"/>
            </a:endParaRPr>
          </a:p>
          <a:p>
            <a:pPr marL="800100" marR="0" lvl="1" indent="-342900" algn="l" rtl="0">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chuyển tiến trình từ đĩa vào bộ nhớ (swap in).</a:t>
            </a:r>
            <a:endParaRPr sz="22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61"/>
                                        </p:tgtEl>
                                        <p:attrNameLst>
                                          <p:attrName>style.visibility</p:attrName>
                                        </p:attrNameLst>
                                      </p:cBhvr>
                                      <p:to>
                                        <p:strVal val="visible"/>
                                      </p:to>
                                    </p:set>
                                    <p:anim calcmode="lin" valueType="num">
                                      <p:cBhvr additive="base">
                                        <p:cTn id="7" dur="500"/>
                                        <p:tgtEl>
                                          <p:spTgt spid="861"/>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57">
                                            <p:txEl>
                                              <p:pRg st="0" end="0"/>
                                            </p:txEl>
                                          </p:spTgt>
                                        </p:tgtEl>
                                        <p:attrNameLst>
                                          <p:attrName>style.visibility</p:attrName>
                                        </p:attrNameLst>
                                      </p:cBhvr>
                                      <p:to>
                                        <p:strVal val="visible"/>
                                      </p:to>
                                    </p:set>
                                    <p:anim calcmode="lin" valueType="num">
                                      <p:cBhvr additive="base">
                                        <p:cTn id="12" dur="500"/>
                                        <p:tgtEl>
                                          <p:spTgt spid="85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60"/>
                                        </p:tgtEl>
                                        <p:attrNameLst>
                                          <p:attrName>style.visibility</p:attrName>
                                        </p:attrNameLst>
                                      </p:cBhvr>
                                      <p:to>
                                        <p:strVal val="visible"/>
                                      </p:to>
                                    </p:set>
                                    <p:anim calcmode="lin" valueType="num">
                                      <p:cBhvr additive="base">
                                        <p:cTn id="17" dur="500"/>
                                        <p:tgtEl>
                                          <p:spTgt spid="860"/>
                                        </p:tgtEl>
                                        <p:attrNameLst>
                                          <p:attrName>ppt_y</p:attrName>
                                        </p:attrNameLst>
                                      </p:cBhvr>
                                      <p:tavLst>
                                        <p:tav tm="0">
                                          <p:val>
                                            <p:strVal val="#ppt_y+1"/>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862"/>
                                        </p:tgtEl>
                                        <p:attrNameLst>
                                          <p:attrName>style.visibility</p:attrName>
                                        </p:attrNameLst>
                                      </p:cBhvr>
                                      <p:to>
                                        <p:strVal val="visible"/>
                                      </p:to>
                                    </p:set>
                                    <p:anim calcmode="lin" valueType="num">
                                      <p:cBhvr additive="base">
                                        <p:cTn id="20" dur="500"/>
                                        <p:tgtEl>
                                          <p:spTgt spid="8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p27"/>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4.2. Bộ định thời</a:t>
            </a:r>
            <a:endParaRPr/>
          </a:p>
        </p:txBody>
      </p:sp>
      <p:sp>
        <p:nvSpPr>
          <p:cNvPr id="868" name="Google Shape;868;p27"/>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869" name="Google Shape;869;p27"/>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27</a:t>
            </a:fld>
            <a:endParaRPr/>
          </a:p>
        </p:txBody>
      </p:sp>
      <p:sp>
        <p:nvSpPr>
          <p:cNvPr id="870" name="Google Shape;870;p27"/>
          <p:cNvSpPr txBox="1"/>
          <p:nvPr/>
        </p:nvSpPr>
        <p:spPr>
          <a:xfrm>
            <a:off x="774145" y="1905001"/>
            <a:ext cx="4156670" cy="15240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2400" b="1">
                <a:solidFill>
                  <a:srgbClr val="0072FF"/>
                </a:solidFill>
                <a:latin typeface="Arial"/>
                <a:ea typeface="Arial"/>
                <a:cs typeface="Arial"/>
                <a:sym typeface="Arial"/>
              </a:rPr>
              <a:t>Chuyển ngữ cảnh:</a:t>
            </a:r>
            <a:endParaRPr/>
          </a:p>
          <a:p>
            <a:pPr marL="0" marR="0" lvl="0" indent="0" algn="just" rtl="0">
              <a:spcBef>
                <a:spcPts val="480"/>
              </a:spcBef>
              <a:spcAft>
                <a:spcPts val="0"/>
              </a:spcAft>
              <a:buNone/>
            </a:pPr>
            <a:r>
              <a:rPr lang="en-US" sz="2400">
                <a:solidFill>
                  <a:schemeClr val="dk1"/>
                </a:solidFill>
                <a:latin typeface="Arial"/>
                <a:ea typeface="Arial"/>
                <a:cs typeface="Arial"/>
                <a:sym typeface="Arial"/>
              </a:rPr>
              <a:t>Quá trình CPU chuyển từ tiến trình này đến tiến trình khác.</a:t>
            </a:r>
            <a:endParaRPr sz="2400">
              <a:solidFill>
                <a:schemeClr val="dk1"/>
              </a:solidFill>
              <a:latin typeface="Arial"/>
              <a:ea typeface="Arial"/>
              <a:cs typeface="Arial"/>
              <a:sym typeface="Arial"/>
            </a:endParaRPr>
          </a:p>
        </p:txBody>
      </p:sp>
      <p:pic>
        <p:nvPicPr>
          <p:cNvPr id="871" name="Google Shape;871;p27"/>
          <p:cNvPicPr preferRelativeResize="0"/>
          <p:nvPr/>
        </p:nvPicPr>
        <p:blipFill rotWithShape="1">
          <a:blip r:embed="rId3">
            <a:alphaModFix/>
          </a:blip>
          <a:srcRect/>
          <a:stretch/>
        </p:blipFill>
        <p:spPr>
          <a:xfrm>
            <a:off x="5711381" y="1989854"/>
            <a:ext cx="5226111" cy="4273701"/>
          </a:xfrm>
          <a:prstGeom prst="rect">
            <a:avLst/>
          </a:prstGeom>
          <a:noFill/>
          <a:ln>
            <a:noFill/>
          </a:ln>
        </p:spPr>
      </p:pic>
      <p:sp>
        <p:nvSpPr>
          <p:cNvPr id="872" name="Google Shape;872;p27"/>
          <p:cNvSpPr txBox="1"/>
          <p:nvPr/>
        </p:nvSpPr>
        <p:spPr>
          <a:xfrm>
            <a:off x="837861" y="1105195"/>
            <a:ext cx="5226111" cy="494751"/>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2400" b="1">
                <a:solidFill>
                  <a:schemeClr val="lt1"/>
                </a:solidFill>
                <a:latin typeface="Arial"/>
                <a:ea typeface="Arial"/>
                <a:cs typeface="Arial"/>
                <a:sym typeface="Arial"/>
              </a:rPr>
              <a:t>Chuyển ngữ cảnh (context switch)</a:t>
            </a:r>
            <a:endParaRPr sz="24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70"/>
                                        </p:tgtEl>
                                        <p:attrNameLst>
                                          <p:attrName>style.visibility</p:attrName>
                                        </p:attrNameLst>
                                      </p:cBhvr>
                                      <p:to>
                                        <p:strVal val="visible"/>
                                      </p:to>
                                    </p:set>
                                    <p:anim calcmode="lin" valueType="num">
                                      <p:cBhvr additive="base">
                                        <p:cTn id="7" dur="500"/>
                                        <p:tgtEl>
                                          <p:spTgt spid="870"/>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71"/>
                                        </p:tgtEl>
                                        <p:attrNameLst>
                                          <p:attrName>style.visibility</p:attrName>
                                        </p:attrNameLst>
                                      </p:cBhvr>
                                      <p:to>
                                        <p:strVal val="visible"/>
                                      </p:to>
                                    </p:set>
                                    <p:anim calcmode="lin" valueType="num">
                                      <p:cBhvr additive="base">
                                        <p:cTn id="12" dur="500"/>
                                        <p:tgtEl>
                                          <p:spTgt spid="87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p28"/>
          <p:cNvSpPr txBox="1">
            <a:spLocks noGrp="1"/>
          </p:cNvSpPr>
          <p:nvPr>
            <p:ph type="sldNum" idx="12"/>
          </p:nvPr>
        </p:nvSpPr>
        <p:spPr>
          <a:xfrm>
            <a:off x="11899392" y="6542216"/>
            <a:ext cx="292608" cy="31578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28</a:t>
            </a:fld>
            <a:endParaRPr/>
          </a:p>
        </p:txBody>
      </p:sp>
      <p:sp>
        <p:nvSpPr>
          <p:cNvPr id="878" name="Google Shape;878;p28"/>
          <p:cNvSpPr txBox="1">
            <a:spLocks noGrp="1"/>
          </p:cNvSpPr>
          <p:nvPr>
            <p:ph type="body" idx="1"/>
          </p:nvPr>
        </p:nvSpPr>
        <p:spPr>
          <a:xfrm>
            <a:off x="1470928" y="1801591"/>
            <a:ext cx="9814387" cy="117809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F7FF"/>
              </a:buClr>
              <a:buSzPts val="4400"/>
              <a:buNone/>
            </a:pPr>
            <a:r>
              <a:rPr lang="en-US"/>
              <a:t>CÁC TÁC VỤ ĐỐI VỚI TIẾN TRÌNH</a:t>
            </a:r>
            <a:endParaRPr/>
          </a:p>
        </p:txBody>
      </p:sp>
      <p:sp>
        <p:nvSpPr>
          <p:cNvPr id="879" name="Google Shape;879;p28"/>
          <p:cNvSpPr txBox="1">
            <a:spLocks noGrp="1"/>
          </p:cNvSpPr>
          <p:nvPr>
            <p:ph type="body" idx="2"/>
          </p:nvPr>
        </p:nvSpPr>
        <p:spPr>
          <a:xfrm>
            <a:off x="1470930" y="3169159"/>
            <a:ext cx="8913813" cy="6951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800"/>
              <a:buNone/>
            </a:pPr>
            <a:endParaRPr sz="2800"/>
          </a:p>
        </p:txBody>
      </p:sp>
      <p:sp>
        <p:nvSpPr>
          <p:cNvPr id="880" name="Google Shape;880;p28"/>
          <p:cNvSpPr txBox="1">
            <a:spLocks noGrp="1"/>
          </p:cNvSpPr>
          <p:nvPr>
            <p:ph type="body" idx="3"/>
          </p:nvPr>
        </p:nvSpPr>
        <p:spPr>
          <a:xfrm>
            <a:off x="1470930" y="4137397"/>
            <a:ext cx="7147030" cy="916698"/>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rgbClr val="F2F2F2"/>
              </a:buClr>
              <a:buSzPts val="1000"/>
              <a:buNone/>
            </a:pPr>
            <a:endParaRPr/>
          </a:p>
        </p:txBody>
      </p:sp>
      <p:sp>
        <p:nvSpPr>
          <p:cNvPr id="881" name="Google Shape;881;p28"/>
          <p:cNvSpPr txBox="1">
            <a:spLocks noGrp="1"/>
          </p:cNvSpPr>
          <p:nvPr>
            <p:ph type="body" idx="4"/>
          </p:nvPr>
        </p:nvSpPr>
        <p:spPr>
          <a:xfrm>
            <a:off x="8896576" y="5231902"/>
            <a:ext cx="2521280" cy="1577819"/>
          </a:xfrm>
          <a:prstGeom prst="rect">
            <a:avLst/>
          </a:prstGeom>
          <a:noFill/>
          <a:ln>
            <a:noFill/>
          </a:ln>
        </p:spPr>
        <p:txBody>
          <a:bodyPr spcFirstLastPara="1" wrap="square" lIns="91425" tIns="45700" rIns="91425" bIns="45700" anchor="t" anchorCtr="0">
            <a:normAutofit lnSpcReduction="10000"/>
          </a:bodyPr>
          <a:lstStyle/>
          <a:p>
            <a:pPr marL="0" lvl="0" indent="0" algn="r" rtl="0">
              <a:lnSpc>
                <a:spcPct val="90000"/>
              </a:lnSpc>
              <a:spcBef>
                <a:spcPts val="0"/>
              </a:spcBef>
              <a:spcAft>
                <a:spcPts val="0"/>
              </a:spcAft>
              <a:buClr>
                <a:srgbClr val="00F7FF"/>
              </a:buClr>
              <a:buSzPts val="12000"/>
              <a:buNone/>
            </a:pPr>
            <a:r>
              <a:rPr lang="en-US"/>
              <a:t>5</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p29"/>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5. Các tác vụ đối với tiến trình</a:t>
            </a:r>
            <a:endParaRPr/>
          </a:p>
        </p:txBody>
      </p:sp>
      <p:sp>
        <p:nvSpPr>
          <p:cNvPr id="887" name="Google Shape;887;p29"/>
          <p:cNvSpPr txBox="1">
            <a:spLocks noGrp="1"/>
          </p:cNvSpPr>
          <p:nvPr>
            <p:ph type="body" idx="1"/>
          </p:nvPr>
        </p:nvSpPr>
        <p:spPr>
          <a:xfrm>
            <a:off x="774145" y="1233824"/>
            <a:ext cx="10579654" cy="4943139"/>
          </a:xfrm>
          <a:prstGeom prst="rect">
            <a:avLst/>
          </a:prstGeom>
          <a:noFill/>
          <a:ln>
            <a:noFill/>
          </a:ln>
        </p:spPr>
        <p:txBody>
          <a:bodyPr spcFirstLastPara="1" wrap="square" lIns="91425" tIns="45700" rIns="91425" bIns="45700" anchor="t" anchorCtr="0">
            <a:normAutofit/>
          </a:bodyPr>
          <a:lstStyle/>
          <a:p>
            <a:pPr marL="228600" lvl="0" indent="-228600" algn="just" rtl="0">
              <a:lnSpc>
                <a:spcPct val="130000"/>
              </a:lnSpc>
              <a:spcBef>
                <a:spcPts val="0"/>
              </a:spcBef>
              <a:spcAft>
                <a:spcPts val="0"/>
              </a:spcAft>
              <a:buClr>
                <a:schemeClr val="dk1"/>
              </a:buClr>
              <a:buSzPts val="2800"/>
              <a:buChar char="•"/>
            </a:pPr>
            <a:r>
              <a:rPr lang="en-US"/>
              <a:t>Tạo tiến trình mới:</a:t>
            </a:r>
            <a:endParaRPr/>
          </a:p>
          <a:p>
            <a:pPr marL="685800" lvl="1" indent="-228600" algn="just" rtl="0">
              <a:lnSpc>
                <a:spcPct val="130000"/>
              </a:lnSpc>
              <a:spcBef>
                <a:spcPts val="600"/>
              </a:spcBef>
              <a:spcAft>
                <a:spcPts val="0"/>
              </a:spcAft>
              <a:buClr>
                <a:schemeClr val="dk1"/>
              </a:buClr>
              <a:buSzPts val="2400"/>
              <a:buChar char="•"/>
            </a:pPr>
            <a:r>
              <a:rPr lang="en-US"/>
              <a:t>Một tiến trình có thể tạo nhiều tiến trình mới thông qua một </a:t>
            </a:r>
            <a:r>
              <a:rPr lang="en-US" b="1"/>
              <a:t>lời gọi hệ thống </a:t>
            </a:r>
            <a:r>
              <a:rPr lang="en-US"/>
              <a:t>create-process (vd: hàm fork trong Unix).</a:t>
            </a:r>
            <a:endParaRPr/>
          </a:p>
          <a:p>
            <a:pPr marL="1143000" lvl="2" indent="-228600" algn="just" rtl="0">
              <a:lnSpc>
                <a:spcPct val="130000"/>
              </a:lnSpc>
              <a:spcBef>
                <a:spcPts val="600"/>
              </a:spcBef>
              <a:spcAft>
                <a:spcPts val="0"/>
              </a:spcAft>
              <a:buClr>
                <a:schemeClr val="dk1"/>
              </a:buClr>
              <a:buSzPts val="2000"/>
              <a:buChar char="•"/>
            </a:pPr>
            <a:r>
              <a:rPr lang="en-US"/>
              <a:t>Ví dụ: (Unix) Khi user đăng nhập hệ thống, một command interpreter (shell) sẽ được tạo ra cho user.</a:t>
            </a:r>
            <a:endParaRPr/>
          </a:p>
          <a:p>
            <a:pPr marL="685800" lvl="1" indent="-228600" algn="just" rtl="0">
              <a:lnSpc>
                <a:spcPct val="130000"/>
              </a:lnSpc>
              <a:spcBef>
                <a:spcPts val="600"/>
              </a:spcBef>
              <a:spcAft>
                <a:spcPts val="0"/>
              </a:spcAft>
              <a:buClr>
                <a:schemeClr val="dk1"/>
              </a:buClr>
              <a:buSzPts val="2400"/>
              <a:buChar char="•"/>
            </a:pPr>
            <a:r>
              <a:rPr lang="en-US"/>
              <a:t>Tiến trình được tạo là tiến trình con của tiến trình tạo (tiến trình cha)</a:t>
            </a:r>
            <a:endParaRPr/>
          </a:p>
          <a:p>
            <a:pPr marL="1143000" lvl="2" indent="-228600" algn="just" rtl="0">
              <a:lnSpc>
                <a:spcPct val="130000"/>
              </a:lnSpc>
              <a:spcBef>
                <a:spcPts val="600"/>
              </a:spcBef>
              <a:spcAft>
                <a:spcPts val="0"/>
              </a:spcAft>
              <a:buClr>
                <a:schemeClr val="dk1"/>
              </a:buClr>
              <a:buSzPts val="2000"/>
              <a:buChar char="•"/>
            </a:pPr>
            <a:r>
              <a:rPr lang="en-US"/>
              <a:t>Quan hệ cha-con định nghĩa một cây tiến trình.</a:t>
            </a:r>
            <a:endParaRPr/>
          </a:p>
        </p:txBody>
      </p:sp>
      <p:sp>
        <p:nvSpPr>
          <p:cNvPr id="888" name="Google Shape;888;p29"/>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889" name="Google Shape;889;p29"/>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29</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87">
                                            <p:txEl>
                                              <p:pRg st="0" end="0"/>
                                            </p:txEl>
                                          </p:spTgt>
                                        </p:tgtEl>
                                        <p:attrNameLst>
                                          <p:attrName>style.visibility</p:attrName>
                                        </p:attrNameLst>
                                      </p:cBhvr>
                                      <p:to>
                                        <p:strVal val="visible"/>
                                      </p:to>
                                    </p:set>
                                    <p:anim calcmode="lin" valueType="num">
                                      <p:cBhvr additive="base">
                                        <p:cTn id="7" dur="500"/>
                                        <p:tgtEl>
                                          <p:spTgt spid="88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87">
                                            <p:txEl>
                                              <p:pRg st="1" end="1"/>
                                            </p:txEl>
                                          </p:spTgt>
                                        </p:tgtEl>
                                        <p:attrNameLst>
                                          <p:attrName>style.visibility</p:attrName>
                                        </p:attrNameLst>
                                      </p:cBhvr>
                                      <p:to>
                                        <p:strVal val="visible"/>
                                      </p:to>
                                    </p:set>
                                    <p:anim calcmode="lin" valueType="num">
                                      <p:cBhvr additive="base">
                                        <p:cTn id="12" dur="500"/>
                                        <p:tgtEl>
                                          <p:spTgt spid="88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87">
                                            <p:txEl>
                                              <p:pRg st="2" end="2"/>
                                            </p:txEl>
                                          </p:spTgt>
                                        </p:tgtEl>
                                        <p:attrNameLst>
                                          <p:attrName>style.visibility</p:attrName>
                                        </p:attrNameLst>
                                      </p:cBhvr>
                                      <p:to>
                                        <p:strVal val="visible"/>
                                      </p:to>
                                    </p:set>
                                    <p:anim calcmode="lin" valueType="num">
                                      <p:cBhvr additive="base">
                                        <p:cTn id="17" dur="500"/>
                                        <p:tgtEl>
                                          <p:spTgt spid="88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887">
                                            <p:txEl>
                                              <p:pRg st="3" end="3"/>
                                            </p:txEl>
                                          </p:spTgt>
                                        </p:tgtEl>
                                        <p:attrNameLst>
                                          <p:attrName>style.visibility</p:attrName>
                                        </p:attrNameLst>
                                      </p:cBhvr>
                                      <p:to>
                                        <p:strVal val="visible"/>
                                      </p:to>
                                    </p:set>
                                    <p:anim calcmode="lin" valueType="num">
                                      <p:cBhvr additive="base">
                                        <p:cTn id="22" dur="500"/>
                                        <p:tgtEl>
                                          <p:spTgt spid="88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87">
                                            <p:txEl>
                                              <p:pRg st="4" end="4"/>
                                            </p:txEl>
                                          </p:spTgt>
                                        </p:tgtEl>
                                        <p:attrNameLst>
                                          <p:attrName>style.visibility</p:attrName>
                                        </p:attrNameLst>
                                      </p:cBhvr>
                                      <p:to>
                                        <p:strVal val="visible"/>
                                      </p:to>
                                    </p:set>
                                    <p:anim calcmode="lin" valueType="num">
                                      <p:cBhvr additive="base">
                                        <p:cTn id="27" dur="500"/>
                                        <p:tgtEl>
                                          <p:spTgt spid="88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p30"/>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5. Các tác vụ đối với tiến trình</a:t>
            </a:r>
            <a:endParaRPr/>
          </a:p>
        </p:txBody>
      </p:sp>
      <p:sp>
        <p:nvSpPr>
          <p:cNvPr id="895" name="Google Shape;895;p30"/>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896" name="Google Shape;896;p30"/>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30</a:t>
            </a:fld>
            <a:endParaRPr/>
          </a:p>
        </p:txBody>
      </p:sp>
      <p:pic>
        <p:nvPicPr>
          <p:cNvPr id="897" name="Google Shape;897;p30" descr="3_08.pdf"/>
          <p:cNvPicPr preferRelativeResize="0"/>
          <p:nvPr/>
        </p:nvPicPr>
        <p:blipFill rotWithShape="1">
          <a:blip r:embed="rId3">
            <a:alphaModFix/>
          </a:blip>
          <a:srcRect/>
          <a:stretch/>
        </p:blipFill>
        <p:spPr>
          <a:xfrm>
            <a:off x="2488557" y="2055577"/>
            <a:ext cx="7801619" cy="4133985"/>
          </a:xfrm>
          <a:prstGeom prst="rect">
            <a:avLst/>
          </a:prstGeom>
          <a:noFill/>
          <a:ln>
            <a:noFill/>
          </a:ln>
        </p:spPr>
      </p:pic>
      <p:sp>
        <p:nvSpPr>
          <p:cNvPr id="898" name="Google Shape;898;p30"/>
          <p:cNvSpPr txBox="1"/>
          <p:nvPr/>
        </p:nvSpPr>
        <p:spPr>
          <a:xfrm>
            <a:off x="864045" y="1295918"/>
            <a:ext cx="4676280" cy="494751"/>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2400" b="1">
                <a:solidFill>
                  <a:schemeClr val="lt1"/>
                </a:solidFill>
                <a:latin typeface="Arial"/>
                <a:ea typeface="Arial"/>
                <a:cs typeface="Arial"/>
                <a:sym typeface="Arial"/>
              </a:rPr>
              <a:t>Cây tiến trình trong Linux/Unix</a:t>
            </a:r>
            <a:endParaRPr sz="2400" b="1">
              <a:solidFill>
                <a:schemeClr val="lt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p31"/>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5. Các tác vụ đối với tiến trình</a:t>
            </a:r>
            <a:endParaRPr/>
          </a:p>
        </p:txBody>
      </p:sp>
      <p:sp>
        <p:nvSpPr>
          <p:cNvPr id="904" name="Google Shape;904;p31"/>
          <p:cNvSpPr txBox="1">
            <a:spLocks noGrp="1"/>
          </p:cNvSpPr>
          <p:nvPr>
            <p:ph type="body" idx="1"/>
          </p:nvPr>
        </p:nvSpPr>
        <p:spPr>
          <a:xfrm>
            <a:off x="774145" y="1233824"/>
            <a:ext cx="10579654" cy="4943139"/>
          </a:xfrm>
          <a:prstGeom prst="rect">
            <a:avLst/>
          </a:prstGeom>
          <a:noFill/>
          <a:ln>
            <a:noFill/>
          </a:ln>
        </p:spPr>
        <p:txBody>
          <a:bodyPr spcFirstLastPara="1" wrap="square" lIns="91425" tIns="45700" rIns="91425" bIns="45700" anchor="t" anchorCtr="0">
            <a:normAutofit/>
          </a:bodyPr>
          <a:lstStyle/>
          <a:p>
            <a:pPr marL="228600" lvl="0" indent="-228600" algn="just" rtl="0">
              <a:lnSpc>
                <a:spcPct val="130000"/>
              </a:lnSpc>
              <a:spcBef>
                <a:spcPts val="0"/>
              </a:spcBef>
              <a:spcAft>
                <a:spcPts val="0"/>
              </a:spcAft>
              <a:buClr>
                <a:srgbClr val="0072FF"/>
              </a:buClr>
              <a:buSzPts val="2800"/>
              <a:buChar char="•"/>
            </a:pPr>
            <a:r>
              <a:rPr lang="en-US" b="1">
                <a:solidFill>
                  <a:srgbClr val="0072FF"/>
                </a:solidFill>
              </a:rPr>
              <a:t>Tạo tiến trình mới:</a:t>
            </a:r>
            <a:endParaRPr/>
          </a:p>
          <a:p>
            <a:pPr marL="685800" lvl="1" indent="-228600" algn="just" rtl="0">
              <a:lnSpc>
                <a:spcPct val="130000"/>
              </a:lnSpc>
              <a:spcBef>
                <a:spcPts val="600"/>
              </a:spcBef>
              <a:spcAft>
                <a:spcPts val="0"/>
              </a:spcAft>
              <a:buClr>
                <a:schemeClr val="dk1"/>
              </a:buClr>
              <a:buSzPts val="2400"/>
              <a:buChar char="•"/>
            </a:pPr>
            <a:r>
              <a:rPr lang="en-US"/>
              <a:t>Tiến trình con nhận tài nguyên: từ HĐH hoặc từ tiến trình cha.</a:t>
            </a:r>
            <a:endParaRPr/>
          </a:p>
          <a:p>
            <a:pPr marL="685800" lvl="1" indent="-228600" algn="just" rtl="0">
              <a:lnSpc>
                <a:spcPct val="130000"/>
              </a:lnSpc>
              <a:spcBef>
                <a:spcPts val="600"/>
              </a:spcBef>
              <a:spcAft>
                <a:spcPts val="0"/>
              </a:spcAft>
              <a:buClr>
                <a:schemeClr val="dk1"/>
              </a:buClr>
              <a:buSzPts val="2400"/>
              <a:buChar char="•"/>
            </a:pPr>
            <a:r>
              <a:rPr lang="en-US"/>
              <a:t>Chia sẻ tài nguyên của tiến trình cha:</a:t>
            </a:r>
            <a:endParaRPr/>
          </a:p>
          <a:p>
            <a:pPr marL="1143000" lvl="2" indent="-228600" algn="just" rtl="0">
              <a:lnSpc>
                <a:spcPct val="130000"/>
              </a:lnSpc>
              <a:spcBef>
                <a:spcPts val="600"/>
              </a:spcBef>
              <a:spcAft>
                <a:spcPts val="0"/>
              </a:spcAft>
              <a:buClr>
                <a:schemeClr val="dk1"/>
              </a:buClr>
              <a:buSzPts val="2000"/>
              <a:buChar char="•"/>
            </a:pPr>
            <a:r>
              <a:rPr lang="en-US"/>
              <a:t>tiến trình cha và con chia sẻ mọi tài nguyên.</a:t>
            </a:r>
            <a:endParaRPr/>
          </a:p>
          <a:p>
            <a:pPr marL="1143000" lvl="2" indent="-228600" algn="just" rtl="0">
              <a:lnSpc>
                <a:spcPct val="130000"/>
              </a:lnSpc>
              <a:spcBef>
                <a:spcPts val="600"/>
              </a:spcBef>
              <a:spcAft>
                <a:spcPts val="0"/>
              </a:spcAft>
              <a:buClr>
                <a:schemeClr val="dk1"/>
              </a:buClr>
              <a:buSzPts val="2000"/>
              <a:buChar char="•"/>
            </a:pPr>
            <a:r>
              <a:rPr lang="en-US"/>
              <a:t>tiến trình con chia sẻ một phần tài nguyên của cha.</a:t>
            </a:r>
            <a:endParaRPr/>
          </a:p>
          <a:p>
            <a:pPr marL="685800" lvl="1" indent="-228600" algn="just" rtl="0">
              <a:lnSpc>
                <a:spcPct val="130000"/>
              </a:lnSpc>
              <a:spcBef>
                <a:spcPts val="600"/>
              </a:spcBef>
              <a:spcAft>
                <a:spcPts val="0"/>
              </a:spcAft>
              <a:buClr>
                <a:schemeClr val="dk1"/>
              </a:buClr>
              <a:buSzPts val="2400"/>
              <a:buChar char="•"/>
            </a:pPr>
            <a:r>
              <a:rPr lang="en-US"/>
              <a:t>Trình tự thực thi:</a:t>
            </a:r>
            <a:endParaRPr/>
          </a:p>
          <a:p>
            <a:pPr marL="1143000" lvl="2" indent="-228600" algn="just" rtl="0">
              <a:lnSpc>
                <a:spcPct val="130000"/>
              </a:lnSpc>
              <a:spcBef>
                <a:spcPts val="600"/>
              </a:spcBef>
              <a:spcAft>
                <a:spcPts val="0"/>
              </a:spcAft>
              <a:buClr>
                <a:schemeClr val="dk1"/>
              </a:buClr>
              <a:buSzPts val="2000"/>
              <a:buChar char="•"/>
            </a:pPr>
            <a:r>
              <a:rPr lang="en-US"/>
              <a:t>tiến trình cha và con thực thi đồng thời (concurrently).</a:t>
            </a:r>
            <a:endParaRPr/>
          </a:p>
          <a:p>
            <a:pPr marL="1143000" lvl="2" indent="-228600" algn="just" rtl="0">
              <a:lnSpc>
                <a:spcPct val="130000"/>
              </a:lnSpc>
              <a:spcBef>
                <a:spcPts val="600"/>
              </a:spcBef>
              <a:spcAft>
                <a:spcPts val="0"/>
              </a:spcAft>
              <a:buClr>
                <a:schemeClr val="dk1"/>
              </a:buClr>
              <a:buSzPts val="2000"/>
              <a:buChar char="•"/>
            </a:pPr>
            <a:r>
              <a:rPr lang="en-US"/>
              <a:t>tiến trình cha đợi đến khi các tiến trình con kết thúc.</a:t>
            </a:r>
            <a:endParaRPr/>
          </a:p>
        </p:txBody>
      </p:sp>
      <p:sp>
        <p:nvSpPr>
          <p:cNvPr id="905" name="Google Shape;905;p31"/>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906" name="Google Shape;906;p31"/>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sp>
        <p:nvSpPr>
          <p:cNvPr id="911" name="Google Shape;911;p32"/>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5. Các tác vụ đối với tiến trình</a:t>
            </a:r>
            <a:endParaRPr/>
          </a:p>
        </p:txBody>
      </p:sp>
      <p:sp>
        <p:nvSpPr>
          <p:cNvPr id="912" name="Google Shape;912;p32"/>
          <p:cNvSpPr txBox="1">
            <a:spLocks noGrp="1"/>
          </p:cNvSpPr>
          <p:nvPr>
            <p:ph type="body" idx="1"/>
          </p:nvPr>
        </p:nvSpPr>
        <p:spPr>
          <a:xfrm>
            <a:off x="774145" y="1795591"/>
            <a:ext cx="10579654" cy="4063117"/>
          </a:xfrm>
          <a:prstGeom prst="rect">
            <a:avLst/>
          </a:prstGeom>
          <a:noFill/>
          <a:ln>
            <a:noFill/>
          </a:ln>
        </p:spPr>
        <p:txBody>
          <a:bodyPr spcFirstLastPara="1" wrap="square" lIns="91425" tIns="45700" rIns="91425" bIns="45700" anchor="t" anchorCtr="0">
            <a:normAutofit/>
          </a:bodyPr>
          <a:lstStyle/>
          <a:p>
            <a:pPr marL="228600" lvl="0" indent="-228600" algn="just" rtl="0">
              <a:lnSpc>
                <a:spcPct val="130000"/>
              </a:lnSpc>
              <a:spcBef>
                <a:spcPts val="0"/>
              </a:spcBef>
              <a:spcAft>
                <a:spcPts val="0"/>
              </a:spcAft>
              <a:buClr>
                <a:schemeClr val="dk1"/>
              </a:buClr>
              <a:buSzPts val="2800"/>
              <a:buChar char="•"/>
            </a:pPr>
            <a:r>
              <a:rPr lang="en-US"/>
              <a:t>Không gian địa chỉ:</a:t>
            </a:r>
            <a:endParaRPr/>
          </a:p>
          <a:p>
            <a:pPr marL="685800" lvl="1" indent="-228600" algn="just" rtl="0">
              <a:lnSpc>
                <a:spcPct val="130000"/>
              </a:lnSpc>
              <a:spcBef>
                <a:spcPts val="600"/>
              </a:spcBef>
              <a:spcAft>
                <a:spcPts val="0"/>
              </a:spcAft>
              <a:buClr>
                <a:schemeClr val="dk1"/>
              </a:buClr>
              <a:buSzPts val="2400"/>
              <a:buChar char="•"/>
            </a:pPr>
            <a:r>
              <a:rPr lang="en-US"/>
              <a:t>Không gian địa chỉ của tiến trình con được nhân bản từ cha.</a:t>
            </a:r>
            <a:endParaRPr/>
          </a:p>
          <a:p>
            <a:pPr marL="685800" lvl="1" indent="-228600" algn="just" rtl="0">
              <a:lnSpc>
                <a:spcPct val="130000"/>
              </a:lnSpc>
              <a:spcBef>
                <a:spcPts val="600"/>
              </a:spcBef>
              <a:spcAft>
                <a:spcPts val="0"/>
              </a:spcAft>
              <a:buClr>
                <a:schemeClr val="dk1"/>
              </a:buClr>
              <a:buSzPts val="2400"/>
              <a:buChar char="•"/>
            </a:pPr>
            <a:r>
              <a:rPr lang="en-US"/>
              <a:t>Không gian địa chỉ của tiến trình con được khởi tạo từ template.</a:t>
            </a:r>
            <a:endParaRPr/>
          </a:p>
          <a:p>
            <a:pPr marL="228600" lvl="0" indent="-228600" algn="just" rtl="0">
              <a:lnSpc>
                <a:spcPct val="130000"/>
              </a:lnSpc>
              <a:spcBef>
                <a:spcPts val="600"/>
              </a:spcBef>
              <a:spcAft>
                <a:spcPts val="0"/>
              </a:spcAft>
              <a:buClr>
                <a:schemeClr val="dk1"/>
              </a:buClr>
              <a:buSzPts val="2800"/>
              <a:buChar char="•"/>
            </a:pPr>
            <a:r>
              <a:rPr lang="en-US"/>
              <a:t>Ví dụ trong Unix/Linux</a:t>
            </a:r>
            <a:endParaRPr/>
          </a:p>
          <a:p>
            <a:pPr marL="685800" lvl="1" indent="-228600" algn="just" rtl="0">
              <a:lnSpc>
                <a:spcPct val="130000"/>
              </a:lnSpc>
              <a:spcBef>
                <a:spcPts val="600"/>
              </a:spcBef>
              <a:spcAft>
                <a:spcPts val="0"/>
              </a:spcAft>
              <a:buClr>
                <a:schemeClr val="dk1"/>
              </a:buClr>
              <a:buSzPts val="2400"/>
              <a:buChar char="•"/>
            </a:pPr>
            <a:r>
              <a:rPr lang="en-US"/>
              <a:t>System call fork() tạo một tiến trình mới.</a:t>
            </a:r>
            <a:endParaRPr/>
          </a:p>
          <a:p>
            <a:pPr marL="685800" lvl="1" indent="-228600" algn="just" rtl="0">
              <a:lnSpc>
                <a:spcPct val="130000"/>
              </a:lnSpc>
              <a:spcBef>
                <a:spcPts val="600"/>
              </a:spcBef>
              <a:spcAft>
                <a:spcPts val="0"/>
              </a:spcAft>
              <a:buClr>
                <a:schemeClr val="dk1"/>
              </a:buClr>
              <a:buSzPts val="2400"/>
              <a:buChar char="•"/>
            </a:pPr>
            <a:r>
              <a:rPr lang="en-US"/>
              <a:t>System call exec() dùng sau fork() để nạp một chương trình mới vào không gian nhớ của tiến trình mới.</a:t>
            </a:r>
            <a:endParaRPr/>
          </a:p>
        </p:txBody>
      </p:sp>
      <p:sp>
        <p:nvSpPr>
          <p:cNvPr id="913" name="Google Shape;913;p32"/>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914" name="Google Shape;914;p32"/>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32</a:t>
            </a:fld>
            <a:endParaRPr/>
          </a:p>
        </p:txBody>
      </p:sp>
      <p:pic>
        <p:nvPicPr>
          <p:cNvPr id="915" name="Google Shape;915;p32" descr="3"/>
          <p:cNvPicPr preferRelativeResize="0"/>
          <p:nvPr/>
        </p:nvPicPr>
        <p:blipFill rotWithShape="1">
          <a:blip r:embed="rId3">
            <a:alphaModFix/>
          </a:blip>
          <a:srcRect/>
          <a:stretch/>
        </p:blipFill>
        <p:spPr>
          <a:xfrm>
            <a:off x="6285441" y="5342049"/>
            <a:ext cx="5132413" cy="1291987"/>
          </a:xfrm>
          <a:prstGeom prst="rect">
            <a:avLst/>
          </a:prstGeom>
          <a:noFill/>
          <a:ln>
            <a:noFill/>
          </a:ln>
        </p:spPr>
      </p:pic>
      <p:sp>
        <p:nvSpPr>
          <p:cNvPr id="916" name="Google Shape;916;p32"/>
          <p:cNvSpPr txBox="1"/>
          <p:nvPr/>
        </p:nvSpPr>
        <p:spPr>
          <a:xfrm>
            <a:off x="894522" y="1150148"/>
            <a:ext cx="3071675" cy="494751"/>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2400" b="1">
                <a:solidFill>
                  <a:schemeClr val="lt1"/>
                </a:solidFill>
                <a:latin typeface="Arial"/>
                <a:ea typeface="Arial"/>
                <a:cs typeface="Arial"/>
                <a:sym typeface="Arial"/>
              </a:rPr>
              <a:t>Về quan hệ cha/con</a:t>
            </a:r>
            <a:endParaRPr sz="24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16"/>
                                        </p:tgtEl>
                                        <p:attrNameLst>
                                          <p:attrName>style.visibility</p:attrName>
                                        </p:attrNameLst>
                                      </p:cBhvr>
                                      <p:to>
                                        <p:strVal val="visible"/>
                                      </p:to>
                                    </p:set>
                                    <p:anim calcmode="lin" valueType="num">
                                      <p:cBhvr additive="base">
                                        <p:cTn id="7" dur="500"/>
                                        <p:tgtEl>
                                          <p:spTgt spid="916"/>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12">
                                            <p:txEl>
                                              <p:pRg st="0" end="0"/>
                                            </p:txEl>
                                          </p:spTgt>
                                        </p:tgtEl>
                                        <p:attrNameLst>
                                          <p:attrName>style.visibility</p:attrName>
                                        </p:attrNameLst>
                                      </p:cBhvr>
                                      <p:to>
                                        <p:strVal val="visible"/>
                                      </p:to>
                                    </p:set>
                                    <p:anim calcmode="lin" valueType="num">
                                      <p:cBhvr additive="base">
                                        <p:cTn id="12" dur="500"/>
                                        <p:tgtEl>
                                          <p:spTgt spid="91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12">
                                            <p:txEl>
                                              <p:pRg st="1" end="1"/>
                                            </p:txEl>
                                          </p:spTgt>
                                        </p:tgtEl>
                                        <p:attrNameLst>
                                          <p:attrName>style.visibility</p:attrName>
                                        </p:attrNameLst>
                                      </p:cBhvr>
                                      <p:to>
                                        <p:strVal val="visible"/>
                                      </p:to>
                                    </p:set>
                                    <p:anim calcmode="lin" valueType="num">
                                      <p:cBhvr additive="base">
                                        <p:cTn id="17" dur="500"/>
                                        <p:tgtEl>
                                          <p:spTgt spid="91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912">
                                            <p:txEl>
                                              <p:pRg st="2" end="2"/>
                                            </p:txEl>
                                          </p:spTgt>
                                        </p:tgtEl>
                                        <p:attrNameLst>
                                          <p:attrName>style.visibility</p:attrName>
                                        </p:attrNameLst>
                                      </p:cBhvr>
                                      <p:to>
                                        <p:strVal val="visible"/>
                                      </p:to>
                                    </p:set>
                                    <p:anim calcmode="lin" valueType="num">
                                      <p:cBhvr additive="base">
                                        <p:cTn id="22" dur="500"/>
                                        <p:tgtEl>
                                          <p:spTgt spid="9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912">
                                            <p:txEl>
                                              <p:pRg st="3" end="3"/>
                                            </p:txEl>
                                          </p:spTgt>
                                        </p:tgtEl>
                                        <p:attrNameLst>
                                          <p:attrName>style.visibility</p:attrName>
                                        </p:attrNameLst>
                                      </p:cBhvr>
                                      <p:to>
                                        <p:strVal val="visible"/>
                                      </p:to>
                                    </p:set>
                                    <p:anim calcmode="lin" valueType="num">
                                      <p:cBhvr additive="base">
                                        <p:cTn id="27" dur="500"/>
                                        <p:tgtEl>
                                          <p:spTgt spid="91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912">
                                            <p:txEl>
                                              <p:pRg st="4" end="4"/>
                                            </p:txEl>
                                          </p:spTgt>
                                        </p:tgtEl>
                                        <p:attrNameLst>
                                          <p:attrName>style.visibility</p:attrName>
                                        </p:attrNameLst>
                                      </p:cBhvr>
                                      <p:to>
                                        <p:strVal val="visible"/>
                                      </p:to>
                                    </p:set>
                                    <p:anim calcmode="lin" valueType="num">
                                      <p:cBhvr additive="base">
                                        <p:cTn id="32" dur="500"/>
                                        <p:tgtEl>
                                          <p:spTgt spid="91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12">
                                            <p:txEl>
                                              <p:pRg st="5" end="5"/>
                                            </p:txEl>
                                          </p:spTgt>
                                        </p:tgtEl>
                                        <p:attrNameLst>
                                          <p:attrName>style.visibility</p:attrName>
                                        </p:attrNameLst>
                                      </p:cBhvr>
                                      <p:to>
                                        <p:strVal val="visible"/>
                                      </p:to>
                                    </p:set>
                                    <p:anim calcmode="lin" valueType="num">
                                      <p:cBhvr additive="base">
                                        <p:cTn id="37" dur="500"/>
                                        <p:tgtEl>
                                          <p:spTgt spid="91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915"/>
                                        </p:tgtEl>
                                        <p:attrNameLst>
                                          <p:attrName>style.visibility</p:attrName>
                                        </p:attrNameLst>
                                      </p:cBhvr>
                                      <p:to>
                                        <p:strVal val="visible"/>
                                      </p:to>
                                    </p:set>
                                    <p:anim calcmode="lin" valueType="num">
                                      <p:cBhvr additive="base">
                                        <p:cTn id="42" dur="500"/>
                                        <p:tgtEl>
                                          <p:spTgt spid="9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20"/>
        <p:cNvGrpSpPr/>
        <p:nvPr/>
      </p:nvGrpSpPr>
      <p:grpSpPr>
        <a:xfrm>
          <a:off x="0" y="0"/>
          <a:ext cx="0" cy="0"/>
          <a:chOff x="0" y="0"/>
          <a:chExt cx="0" cy="0"/>
        </a:xfrm>
      </p:grpSpPr>
      <p:sp>
        <p:nvSpPr>
          <p:cNvPr id="921" name="Google Shape;921;p33"/>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922" name="Google Shape;922;p33"/>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33</a:t>
            </a:fld>
            <a:endParaRPr/>
          </a:p>
        </p:txBody>
      </p:sp>
      <p:sp>
        <p:nvSpPr>
          <p:cNvPr id="923" name="Google Shape;923;p33"/>
          <p:cNvSpPr/>
          <p:nvPr/>
        </p:nvSpPr>
        <p:spPr>
          <a:xfrm>
            <a:off x="6254482" y="1225270"/>
            <a:ext cx="4953000" cy="5410200"/>
          </a:xfrm>
          <a:prstGeom prst="roundRect">
            <a:avLst>
              <a:gd name="adj" fmla="val 1243"/>
            </a:avLst>
          </a:prstGeom>
          <a:noFill/>
          <a:ln w="19050" cap="rnd" cmpd="sng">
            <a:solidFill>
              <a:srgbClr val="0072FF"/>
            </a:solidFill>
            <a:prstDash val="solid"/>
            <a:round/>
            <a:headEnd type="none" w="sm" len="sm"/>
            <a:tailEnd type="none" w="sm" len="sm"/>
          </a:ln>
        </p:spPr>
        <p:txBody>
          <a:bodyPr spcFirstLastPara="1" wrap="square" lIns="91425" tIns="45700" rIns="91425" bIns="45700" anchor="t" anchorCtr="0">
            <a:noAutofit/>
          </a:bodyPr>
          <a:lstStyle/>
          <a:p>
            <a:pPr marL="342900" marR="0" lvl="0" indent="-342900" algn="l" rtl="0">
              <a:lnSpc>
                <a:spcPct val="80000"/>
              </a:lnSpc>
              <a:spcBef>
                <a:spcPts val="0"/>
              </a:spcBef>
              <a:spcAft>
                <a:spcPts val="0"/>
              </a:spcAft>
              <a:buNone/>
            </a:pPr>
            <a:r>
              <a:rPr lang="en-US" sz="1500">
                <a:solidFill>
                  <a:srgbClr val="000000"/>
                </a:solidFill>
                <a:latin typeface="Courier New"/>
                <a:ea typeface="Courier New"/>
                <a:cs typeface="Courier New"/>
                <a:sym typeface="Courier New"/>
              </a:rPr>
              <a:t>#include &lt;stdio.h&gt;</a:t>
            </a:r>
            <a:endParaRPr/>
          </a:p>
          <a:p>
            <a:pPr marL="342900" marR="0" lvl="0" indent="-342900" algn="l" rtl="0">
              <a:lnSpc>
                <a:spcPct val="80000"/>
              </a:lnSpc>
              <a:spcBef>
                <a:spcPts val="788"/>
              </a:spcBef>
              <a:spcAft>
                <a:spcPts val="0"/>
              </a:spcAft>
              <a:buNone/>
            </a:pPr>
            <a:r>
              <a:rPr lang="en-US" sz="1500">
                <a:solidFill>
                  <a:srgbClr val="000000"/>
                </a:solidFill>
                <a:latin typeface="Courier New"/>
                <a:ea typeface="Courier New"/>
                <a:cs typeface="Courier New"/>
                <a:sym typeface="Courier New"/>
              </a:rPr>
              <a:t>#include &lt;unistd.h&gt;</a:t>
            </a:r>
            <a:endParaRPr/>
          </a:p>
          <a:p>
            <a:pPr marL="342900" marR="0" lvl="0" indent="-342900" algn="l" rtl="0">
              <a:lnSpc>
                <a:spcPct val="80000"/>
              </a:lnSpc>
              <a:spcBef>
                <a:spcPts val="788"/>
              </a:spcBef>
              <a:spcAft>
                <a:spcPts val="0"/>
              </a:spcAft>
              <a:buNone/>
            </a:pPr>
            <a:r>
              <a:rPr lang="en-US" sz="1500">
                <a:solidFill>
                  <a:srgbClr val="000000"/>
                </a:solidFill>
                <a:latin typeface="Courier New"/>
                <a:ea typeface="Courier New"/>
                <a:cs typeface="Courier New"/>
                <a:sym typeface="Courier New"/>
              </a:rPr>
              <a:t>int main (int argc, char *argv[]){</a:t>
            </a:r>
            <a:endParaRPr/>
          </a:p>
          <a:p>
            <a:pPr marL="342900" marR="0" lvl="0" indent="-342900" algn="l" rtl="0">
              <a:lnSpc>
                <a:spcPct val="80000"/>
              </a:lnSpc>
              <a:spcBef>
                <a:spcPts val="788"/>
              </a:spcBef>
              <a:spcAft>
                <a:spcPts val="0"/>
              </a:spcAft>
              <a:buNone/>
            </a:pPr>
            <a:r>
              <a:rPr lang="en-US" sz="1500">
                <a:solidFill>
                  <a:srgbClr val="000000"/>
                </a:solidFill>
                <a:latin typeface="Courier New"/>
                <a:ea typeface="Courier New"/>
                <a:cs typeface="Courier New"/>
                <a:sym typeface="Courier New"/>
              </a:rPr>
              <a:t>	int	pid;</a:t>
            </a:r>
            <a:endParaRPr/>
          </a:p>
          <a:p>
            <a:pPr marL="342900" marR="0" lvl="0" indent="-342900" algn="l" rtl="0">
              <a:lnSpc>
                <a:spcPct val="80000"/>
              </a:lnSpc>
              <a:spcBef>
                <a:spcPts val="788"/>
              </a:spcBef>
              <a:spcAft>
                <a:spcPts val="0"/>
              </a:spcAft>
              <a:buNone/>
            </a:pPr>
            <a:r>
              <a:rPr lang="en-US" sz="1500">
                <a:solidFill>
                  <a:srgbClr val="000000"/>
                </a:solidFill>
                <a:latin typeface="Courier New"/>
                <a:ea typeface="Courier New"/>
                <a:cs typeface="Courier New"/>
                <a:sym typeface="Courier New"/>
              </a:rPr>
              <a:t>	</a:t>
            </a:r>
            <a:r>
              <a:rPr lang="en-US" sz="1500">
                <a:solidFill>
                  <a:schemeClr val="dk1"/>
                </a:solidFill>
                <a:latin typeface="Courier New"/>
                <a:ea typeface="Courier New"/>
                <a:cs typeface="Courier New"/>
                <a:sym typeface="Courier New"/>
              </a:rPr>
              <a:t>/* create a new process */</a:t>
            </a:r>
            <a:endParaRPr/>
          </a:p>
          <a:p>
            <a:pPr marL="342900" marR="0" lvl="0" indent="-342900" algn="l" rtl="0">
              <a:lnSpc>
                <a:spcPct val="80000"/>
              </a:lnSpc>
              <a:spcBef>
                <a:spcPts val="788"/>
              </a:spcBef>
              <a:spcAft>
                <a:spcPts val="0"/>
              </a:spcAft>
              <a:buNone/>
            </a:pPr>
            <a:r>
              <a:rPr lang="en-US" sz="1500">
                <a:solidFill>
                  <a:schemeClr val="dk1"/>
                </a:solidFill>
                <a:latin typeface="Courier New"/>
                <a:ea typeface="Courier New"/>
                <a:cs typeface="Courier New"/>
                <a:sym typeface="Courier New"/>
              </a:rPr>
              <a:t>	pid = fork();	</a:t>
            </a:r>
            <a:endParaRPr/>
          </a:p>
          <a:p>
            <a:pPr marL="342900" marR="0" lvl="0" indent="-342900" algn="l" rtl="0">
              <a:lnSpc>
                <a:spcPct val="80000"/>
              </a:lnSpc>
              <a:spcBef>
                <a:spcPts val="788"/>
              </a:spcBef>
              <a:spcAft>
                <a:spcPts val="0"/>
              </a:spcAft>
              <a:buNone/>
            </a:pPr>
            <a:r>
              <a:rPr lang="en-US" sz="1500">
                <a:solidFill>
                  <a:schemeClr val="dk1"/>
                </a:solidFill>
                <a:latin typeface="Courier New"/>
                <a:ea typeface="Courier New"/>
                <a:cs typeface="Courier New"/>
                <a:sym typeface="Courier New"/>
              </a:rPr>
              <a:t>	if (pid &gt; 0){</a:t>
            </a:r>
            <a:endParaRPr/>
          </a:p>
          <a:p>
            <a:pPr marL="342900" marR="0" lvl="0" indent="-342900" algn="l" rtl="0">
              <a:lnSpc>
                <a:spcPct val="80000"/>
              </a:lnSpc>
              <a:spcBef>
                <a:spcPts val="788"/>
              </a:spcBef>
              <a:spcAft>
                <a:spcPts val="0"/>
              </a:spcAft>
              <a:buNone/>
            </a:pPr>
            <a:r>
              <a:rPr lang="en-US" sz="1500">
                <a:solidFill>
                  <a:schemeClr val="dk1"/>
                </a:solidFill>
                <a:latin typeface="Courier New"/>
                <a:ea typeface="Courier New"/>
                <a:cs typeface="Courier New"/>
                <a:sym typeface="Courier New"/>
              </a:rPr>
              <a:t>		printf(“This is parent process”);</a:t>
            </a:r>
            <a:endParaRPr/>
          </a:p>
          <a:p>
            <a:pPr marL="342900" marR="0" lvl="0" indent="-342900" algn="l" rtl="0">
              <a:lnSpc>
                <a:spcPct val="80000"/>
              </a:lnSpc>
              <a:spcBef>
                <a:spcPts val="788"/>
              </a:spcBef>
              <a:spcAft>
                <a:spcPts val="0"/>
              </a:spcAft>
              <a:buNone/>
            </a:pPr>
            <a:r>
              <a:rPr lang="en-US" sz="1500">
                <a:solidFill>
                  <a:schemeClr val="dk1"/>
                </a:solidFill>
                <a:latin typeface="Courier New"/>
                <a:ea typeface="Courier New"/>
                <a:cs typeface="Courier New"/>
                <a:sym typeface="Courier New"/>
              </a:rPr>
              <a:t>		wait(NULL);</a:t>
            </a:r>
            <a:endParaRPr/>
          </a:p>
          <a:p>
            <a:pPr marL="342900" marR="0" lvl="0" indent="-342900" algn="l" rtl="0">
              <a:lnSpc>
                <a:spcPct val="80000"/>
              </a:lnSpc>
              <a:spcBef>
                <a:spcPts val="788"/>
              </a:spcBef>
              <a:spcAft>
                <a:spcPts val="0"/>
              </a:spcAft>
              <a:buNone/>
            </a:pPr>
            <a:r>
              <a:rPr lang="en-US" sz="1500">
                <a:solidFill>
                  <a:schemeClr val="dk1"/>
                </a:solidFill>
                <a:latin typeface="Courier New"/>
                <a:ea typeface="Courier New"/>
                <a:cs typeface="Courier New"/>
                <a:sym typeface="Courier New"/>
              </a:rPr>
              <a:t>		exit(0);} </a:t>
            </a:r>
            <a:endParaRPr/>
          </a:p>
          <a:p>
            <a:pPr marL="342900" marR="0" lvl="0" indent="-342900" algn="l" rtl="0">
              <a:lnSpc>
                <a:spcPct val="80000"/>
              </a:lnSpc>
              <a:spcBef>
                <a:spcPts val="788"/>
              </a:spcBef>
              <a:spcAft>
                <a:spcPts val="0"/>
              </a:spcAft>
              <a:buNone/>
            </a:pPr>
            <a:r>
              <a:rPr lang="en-US" sz="1500">
                <a:solidFill>
                  <a:schemeClr val="dk1"/>
                </a:solidFill>
                <a:latin typeface="Courier New"/>
                <a:ea typeface="Courier New"/>
                <a:cs typeface="Courier New"/>
                <a:sym typeface="Courier New"/>
              </a:rPr>
              <a:t>	else if (pid == 0) 	{</a:t>
            </a:r>
            <a:endParaRPr/>
          </a:p>
          <a:p>
            <a:pPr marL="342900" marR="0" lvl="0" indent="-342900" algn="l" rtl="0">
              <a:lnSpc>
                <a:spcPct val="80000"/>
              </a:lnSpc>
              <a:spcBef>
                <a:spcPts val="788"/>
              </a:spcBef>
              <a:spcAft>
                <a:spcPts val="0"/>
              </a:spcAft>
              <a:buNone/>
            </a:pPr>
            <a:r>
              <a:rPr lang="en-US" sz="1500">
                <a:solidFill>
                  <a:schemeClr val="dk1"/>
                </a:solidFill>
                <a:latin typeface="Courier New"/>
                <a:ea typeface="Courier New"/>
                <a:cs typeface="Courier New"/>
                <a:sym typeface="Courier New"/>
              </a:rPr>
              <a:t>		printf(“This is child process”);</a:t>
            </a:r>
            <a:endParaRPr/>
          </a:p>
          <a:p>
            <a:pPr marL="342900" marR="0" lvl="0" indent="-342900" algn="l" rtl="0">
              <a:lnSpc>
                <a:spcPct val="80000"/>
              </a:lnSpc>
              <a:spcBef>
                <a:spcPts val="788"/>
              </a:spcBef>
              <a:spcAft>
                <a:spcPts val="0"/>
              </a:spcAft>
              <a:buNone/>
            </a:pPr>
            <a:r>
              <a:rPr lang="en-US" sz="1500">
                <a:solidFill>
                  <a:schemeClr val="dk1"/>
                </a:solidFill>
                <a:latin typeface="Courier New"/>
                <a:ea typeface="Courier New"/>
                <a:cs typeface="Courier New"/>
                <a:sym typeface="Courier New"/>
              </a:rPr>
              <a:t>		execlp(“/bin/ls”, “ls”, NULL);</a:t>
            </a:r>
            <a:endParaRPr/>
          </a:p>
          <a:p>
            <a:pPr marL="342900" marR="0" lvl="0" indent="-342900" algn="l" rtl="0">
              <a:lnSpc>
                <a:spcPct val="80000"/>
              </a:lnSpc>
              <a:spcBef>
                <a:spcPts val="788"/>
              </a:spcBef>
              <a:spcAft>
                <a:spcPts val="0"/>
              </a:spcAft>
              <a:buNone/>
            </a:pPr>
            <a:r>
              <a:rPr lang="en-US" sz="1500">
                <a:solidFill>
                  <a:schemeClr val="dk1"/>
                </a:solidFill>
                <a:latin typeface="Courier New"/>
                <a:ea typeface="Courier New"/>
                <a:cs typeface="Courier New"/>
                <a:sym typeface="Courier New"/>
              </a:rPr>
              <a:t>		exit(0);}</a:t>
            </a:r>
            <a:endParaRPr/>
          </a:p>
          <a:p>
            <a:pPr marL="342900" marR="0" lvl="0" indent="-342900" algn="l" rtl="0">
              <a:lnSpc>
                <a:spcPct val="80000"/>
              </a:lnSpc>
              <a:spcBef>
                <a:spcPts val="788"/>
              </a:spcBef>
              <a:spcAft>
                <a:spcPts val="0"/>
              </a:spcAft>
              <a:buNone/>
            </a:pPr>
            <a:r>
              <a:rPr lang="en-US" sz="1500">
                <a:solidFill>
                  <a:schemeClr val="dk1"/>
                </a:solidFill>
                <a:latin typeface="Courier New"/>
                <a:ea typeface="Courier New"/>
                <a:cs typeface="Courier New"/>
                <a:sym typeface="Courier New"/>
              </a:rPr>
              <a:t>	else {   // pid &lt; 0</a:t>
            </a:r>
            <a:endParaRPr/>
          </a:p>
          <a:p>
            <a:pPr marL="342900" marR="0" lvl="0" indent="-342900" algn="l" rtl="0">
              <a:lnSpc>
                <a:spcPct val="80000"/>
              </a:lnSpc>
              <a:spcBef>
                <a:spcPts val="788"/>
              </a:spcBef>
              <a:spcAft>
                <a:spcPts val="0"/>
              </a:spcAft>
              <a:buNone/>
            </a:pPr>
            <a:r>
              <a:rPr lang="en-US" sz="1500">
                <a:solidFill>
                  <a:schemeClr val="dk1"/>
                </a:solidFill>
                <a:latin typeface="Courier New"/>
                <a:ea typeface="Courier New"/>
                <a:cs typeface="Courier New"/>
                <a:sym typeface="Courier New"/>
              </a:rPr>
              <a:t>		printf(“Fork error\n”);</a:t>
            </a:r>
            <a:endParaRPr/>
          </a:p>
          <a:p>
            <a:pPr marL="342900" marR="0" lvl="0" indent="-342900" algn="l" rtl="0">
              <a:lnSpc>
                <a:spcPct val="80000"/>
              </a:lnSpc>
              <a:spcBef>
                <a:spcPts val="788"/>
              </a:spcBef>
              <a:spcAft>
                <a:spcPts val="0"/>
              </a:spcAft>
              <a:buNone/>
            </a:pPr>
            <a:r>
              <a:rPr lang="en-US" sz="1500">
                <a:solidFill>
                  <a:schemeClr val="dk1"/>
                </a:solidFill>
                <a:latin typeface="Courier New"/>
                <a:ea typeface="Courier New"/>
                <a:cs typeface="Courier New"/>
                <a:sym typeface="Courier New"/>
              </a:rPr>
              <a:t>		exit(-1);</a:t>
            </a:r>
            <a:endParaRPr/>
          </a:p>
          <a:p>
            <a:pPr marL="342900" marR="0" lvl="0" indent="-342900" algn="l" rtl="0">
              <a:lnSpc>
                <a:spcPct val="80000"/>
              </a:lnSpc>
              <a:spcBef>
                <a:spcPts val="788"/>
              </a:spcBef>
              <a:spcAft>
                <a:spcPts val="0"/>
              </a:spcAft>
              <a:buNone/>
            </a:pPr>
            <a:r>
              <a:rPr lang="en-US" sz="1500">
                <a:solidFill>
                  <a:schemeClr val="dk1"/>
                </a:solidFill>
                <a:latin typeface="Courier New"/>
                <a:ea typeface="Courier New"/>
                <a:cs typeface="Courier New"/>
                <a:sym typeface="Courier New"/>
              </a:rPr>
              <a:t>	}</a:t>
            </a:r>
            <a:endParaRPr/>
          </a:p>
          <a:p>
            <a:pPr marL="342900" marR="0" lvl="0" indent="-342900" algn="l" rtl="0">
              <a:lnSpc>
                <a:spcPct val="80000"/>
              </a:lnSpc>
              <a:spcBef>
                <a:spcPts val="788"/>
              </a:spcBef>
              <a:spcAft>
                <a:spcPts val="0"/>
              </a:spcAft>
              <a:buNone/>
            </a:pPr>
            <a:r>
              <a:rPr lang="en-US" sz="1500">
                <a:solidFill>
                  <a:srgbClr val="000000"/>
                </a:solidFill>
                <a:latin typeface="Courier New"/>
                <a:ea typeface="Courier New"/>
                <a:cs typeface="Courier New"/>
                <a:sym typeface="Courier New"/>
              </a:rPr>
              <a:t>}</a:t>
            </a:r>
            <a:endParaRPr/>
          </a:p>
        </p:txBody>
      </p:sp>
      <p:sp>
        <p:nvSpPr>
          <p:cNvPr id="924" name="Google Shape;924;p33"/>
          <p:cNvSpPr/>
          <p:nvPr/>
        </p:nvSpPr>
        <p:spPr>
          <a:xfrm>
            <a:off x="1661720" y="2329758"/>
            <a:ext cx="762000" cy="402272"/>
          </a:xfrm>
          <a:prstGeom prst="ellipse">
            <a:avLst/>
          </a:prstGeom>
          <a:gradFill>
            <a:gsLst>
              <a:gs pos="0">
                <a:srgbClr val="EE8383"/>
              </a:gs>
              <a:gs pos="50000">
                <a:srgbClr val="F2696A"/>
              </a:gs>
              <a:gs pos="100000">
                <a:srgbClr val="DC5555"/>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P0</a:t>
            </a:r>
            <a:endParaRPr/>
          </a:p>
        </p:txBody>
      </p:sp>
      <p:sp>
        <p:nvSpPr>
          <p:cNvPr id="925" name="Google Shape;925;p33"/>
          <p:cNvSpPr/>
          <p:nvPr/>
        </p:nvSpPr>
        <p:spPr>
          <a:xfrm>
            <a:off x="1687718" y="4271445"/>
            <a:ext cx="762000" cy="402272"/>
          </a:xfrm>
          <a:prstGeom prst="ellipse">
            <a:avLst/>
          </a:prstGeom>
          <a:gradFill>
            <a:gsLst>
              <a:gs pos="0">
                <a:srgbClr val="EE8383"/>
              </a:gs>
              <a:gs pos="50000">
                <a:srgbClr val="F2696A"/>
              </a:gs>
              <a:gs pos="100000">
                <a:srgbClr val="DC5555"/>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P0</a:t>
            </a:r>
            <a:endParaRPr/>
          </a:p>
        </p:txBody>
      </p:sp>
      <p:sp>
        <p:nvSpPr>
          <p:cNvPr id="926" name="Google Shape;926;p33"/>
          <p:cNvSpPr/>
          <p:nvPr/>
        </p:nvSpPr>
        <p:spPr>
          <a:xfrm>
            <a:off x="4251003" y="4271445"/>
            <a:ext cx="762000" cy="402272"/>
          </a:xfrm>
          <a:prstGeom prst="ellipse">
            <a:avLst/>
          </a:prstGeom>
          <a:gradFill>
            <a:gsLst>
              <a:gs pos="0">
                <a:srgbClr val="EE8383"/>
              </a:gs>
              <a:gs pos="50000">
                <a:srgbClr val="F2696A"/>
              </a:gs>
              <a:gs pos="100000">
                <a:srgbClr val="DC5555"/>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P1</a:t>
            </a:r>
            <a:endParaRPr/>
          </a:p>
        </p:txBody>
      </p:sp>
      <p:cxnSp>
        <p:nvCxnSpPr>
          <p:cNvPr id="927" name="Google Shape;927;p33"/>
          <p:cNvCxnSpPr>
            <a:stCxn id="924" idx="4"/>
            <a:endCxn id="925" idx="0"/>
          </p:cNvCxnSpPr>
          <p:nvPr/>
        </p:nvCxnSpPr>
        <p:spPr>
          <a:xfrm>
            <a:off x="2042720" y="2732030"/>
            <a:ext cx="26100" cy="1539300"/>
          </a:xfrm>
          <a:prstGeom prst="straightConnector1">
            <a:avLst/>
          </a:prstGeom>
          <a:noFill/>
          <a:ln w="25400" cap="flat" cmpd="sng">
            <a:solidFill>
              <a:schemeClr val="dk1"/>
            </a:solidFill>
            <a:prstDash val="solid"/>
            <a:miter lim="800000"/>
            <a:headEnd type="none" w="sm" len="sm"/>
            <a:tailEnd type="triangle" w="med" len="med"/>
          </a:ln>
        </p:spPr>
      </p:cxnSp>
      <p:cxnSp>
        <p:nvCxnSpPr>
          <p:cNvPr id="928" name="Google Shape;928;p33"/>
          <p:cNvCxnSpPr>
            <a:stCxn id="924" idx="4"/>
            <a:endCxn id="926" idx="0"/>
          </p:cNvCxnSpPr>
          <p:nvPr/>
        </p:nvCxnSpPr>
        <p:spPr>
          <a:xfrm>
            <a:off x="2042720" y="2732030"/>
            <a:ext cx="2589300" cy="1539300"/>
          </a:xfrm>
          <a:prstGeom prst="straightConnector1">
            <a:avLst/>
          </a:prstGeom>
          <a:noFill/>
          <a:ln w="25400" cap="flat" cmpd="sng">
            <a:solidFill>
              <a:schemeClr val="dk1"/>
            </a:solidFill>
            <a:prstDash val="solid"/>
            <a:miter lim="800000"/>
            <a:headEnd type="none" w="sm" len="sm"/>
            <a:tailEnd type="triangle" w="med" len="med"/>
          </a:ln>
        </p:spPr>
      </p:cxnSp>
      <p:sp>
        <p:nvSpPr>
          <p:cNvPr id="929" name="Google Shape;929;p33"/>
          <p:cNvSpPr txBox="1"/>
          <p:nvPr/>
        </p:nvSpPr>
        <p:spPr>
          <a:xfrm>
            <a:off x="984518" y="4986000"/>
            <a:ext cx="2191626"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pid &gt; 0</a:t>
            </a:r>
            <a:endParaRPr/>
          </a:p>
          <a:p>
            <a:pPr marL="0" marR="0" lvl="0" indent="0" algn="ctr" rtl="0">
              <a:spcBef>
                <a:spcPts val="0"/>
              </a:spcBef>
              <a:spcAft>
                <a:spcPts val="0"/>
              </a:spcAft>
              <a:buNone/>
            </a:pPr>
            <a:r>
              <a:rPr lang="en-US" sz="1800">
                <a:solidFill>
                  <a:schemeClr val="dk1"/>
                </a:solidFill>
                <a:latin typeface="Calibri"/>
                <a:ea typeface="Calibri"/>
                <a:cs typeface="Calibri"/>
                <a:sym typeface="Calibri"/>
              </a:rPr>
              <a:t>This is parent process</a:t>
            </a:r>
            <a:endParaRPr/>
          </a:p>
        </p:txBody>
      </p:sp>
      <p:sp>
        <p:nvSpPr>
          <p:cNvPr id="930" name="Google Shape;930;p33"/>
          <p:cNvSpPr txBox="1"/>
          <p:nvPr/>
        </p:nvSpPr>
        <p:spPr>
          <a:xfrm>
            <a:off x="3593899" y="4986399"/>
            <a:ext cx="207620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pid = 0</a:t>
            </a:r>
            <a:endParaRPr/>
          </a:p>
          <a:p>
            <a:pPr marL="0" marR="0" lvl="0" indent="0" algn="ctr" rtl="0">
              <a:spcBef>
                <a:spcPts val="0"/>
              </a:spcBef>
              <a:spcAft>
                <a:spcPts val="0"/>
              </a:spcAft>
              <a:buNone/>
            </a:pPr>
            <a:r>
              <a:rPr lang="en-US" sz="1800">
                <a:solidFill>
                  <a:schemeClr val="dk1"/>
                </a:solidFill>
                <a:latin typeface="Calibri"/>
                <a:ea typeface="Calibri"/>
                <a:cs typeface="Calibri"/>
                <a:sym typeface="Calibri"/>
              </a:rPr>
              <a:t>This is child process</a:t>
            </a:r>
            <a:endParaRPr/>
          </a:p>
        </p:txBody>
      </p:sp>
      <p:cxnSp>
        <p:nvCxnSpPr>
          <p:cNvPr id="931" name="Google Shape;931;p33"/>
          <p:cNvCxnSpPr>
            <a:stCxn id="925" idx="4"/>
            <a:endCxn id="929" idx="0"/>
          </p:cNvCxnSpPr>
          <p:nvPr/>
        </p:nvCxnSpPr>
        <p:spPr>
          <a:xfrm>
            <a:off x="2068718" y="4673717"/>
            <a:ext cx="11700" cy="312300"/>
          </a:xfrm>
          <a:prstGeom prst="straightConnector1">
            <a:avLst/>
          </a:prstGeom>
          <a:noFill/>
          <a:ln w="25400" cap="flat" cmpd="sng">
            <a:solidFill>
              <a:schemeClr val="dk1"/>
            </a:solidFill>
            <a:prstDash val="solid"/>
            <a:miter lim="800000"/>
            <a:headEnd type="none" w="sm" len="sm"/>
            <a:tailEnd type="triangle" w="med" len="med"/>
          </a:ln>
        </p:spPr>
      </p:cxnSp>
      <p:cxnSp>
        <p:nvCxnSpPr>
          <p:cNvPr id="932" name="Google Shape;932;p33"/>
          <p:cNvCxnSpPr>
            <a:stCxn id="926" idx="4"/>
            <a:endCxn id="930" idx="0"/>
          </p:cNvCxnSpPr>
          <p:nvPr/>
        </p:nvCxnSpPr>
        <p:spPr>
          <a:xfrm>
            <a:off x="4632003" y="4673717"/>
            <a:ext cx="0" cy="312600"/>
          </a:xfrm>
          <a:prstGeom prst="straightConnector1">
            <a:avLst/>
          </a:prstGeom>
          <a:noFill/>
          <a:ln w="25400" cap="flat" cmpd="sng">
            <a:solidFill>
              <a:schemeClr val="dk1"/>
            </a:solidFill>
            <a:prstDash val="solid"/>
            <a:miter lim="800000"/>
            <a:headEnd type="none" w="sm" len="sm"/>
            <a:tailEnd type="triangle" w="med" len="med"/>
          </a:ln>
        </p:spPr>
      </p:cxnSp>
      <p:sp>
        <p:nvSpPr>
          <p:cNvPr id="933" name="Google Shape;933;p33"/>
          <p:cNvSpPr txBox="1"/>
          <p:nvPr/>
        </p:nvSpPr>
        <p:spPr>
          <a:xfrm>
            <a:off x="2655171" y="2579630"/>
            <a:ext cx="84029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pid = 0</a:t>
            </a:r>
            <a:endParaRPr/>
          </a:p>
        </p:txBody>
      </p:sp>
      <p:sp>
        <p:nvSpPr>
          <p:cNvPr id="934" name="Google Shape;934;p33"/>
          <p:cNvSpPr txBox="1"/>
          <p:nvPr/>
        </p:nvSpPr>
        <p:spPr>
          <a:xfrm>
            <a:off x="1148747" y="1225270"/>
            <a:ext cx="4180953" cy="494751"/>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2400" b="1">
                <a:solidFill>
                  <a:schemeClr val="lt1"/>
                </a:solidFill>
                <a:latin typeface="Arial"/>
                <a:ea typeface="Arial"/>
                <a:cs typeface="Arial"/>
                <a:sym typeface="Arial"/>
              </a:rPr>
              <a:t>Ví dụ tạo process với fork()</a:t>
            </a:r>
            <a:endParaRPr sz="2400" b="1">
              <a:solidFill>
                <a:schemeClr val="lt1"/>
              </a:solidFill>
              <a:latin typeface="Arial"/>
              <a:ea typeface="Arial"/>
              <a:cs typeface="Arial"/>
              <a:sym typeface="Arial"/>
            </a:endParaRPr>
          </a:p>
        </p:txBody>
      </p:sp>
      <p:sp>
        <p:nvSpPr>
          <p:cNvPr id="935" name="Google Shape;935;p33"/>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5. Các tác vụ đối với tiến trình</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2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3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2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3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940" name="Google Shape;940;p34"/>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941" name="Google Shape;941;p34"/>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34</a:t>
            </a:fld>
            <a:endParaRPr/>
          </a:p>
        </p:txBody>
      </p:sp>
      <p:sp>
        <p:nvSpPr>
          <p:cNvPr id="942" name="Google Shape;942;p34"/>
          <p:cNvSpPr/>
          <p:nvPr/>
        </p:nvSpPr>
        <p:spPr>
          <a:xfrm>
            <a:off x="791214" y="1647456"/>
            <a:ext cx="4847530" cy="4177496"/>
          </a:xfrm>
          <a:prstGeom prst="roundRect">
            <a:avLst>
              <a:gd name="adj" fmla="val 2259"/>
            </a:avLst>
          </a:prstGeom>
          <a:noFill/>
          <a:ln w="19050" cap="rnd" cmpd="sng">
            <a:solidFill>
              <a:srgbClr val="0072FF"/>
            </a:solidFill>
            <a:prstDash val="solid"/>
            <a:round/>
            <a:headEnd type="none" w="sm" len="sm"/>
            <a:tailEnd type="none" w="sm" len="sm"/>
          </a:ln>
        </p:spPr>
        <p:txBody>
          <a:bodyPr spcFirstLastPara="1" wrap="square" lIns="91425" tIns="45700" rIns="91425" bIns="45700" anchor="t" anchorCtr="0">
            <a:noAutofit/>
          </a:bodyPr>
          <a:lstStyle/>
          <a:p>
            <a:pPr marL="342900" marR="0" lvl="0" indent="-342900" algn="l" rtl="0">
              <a:lnSpc>
                <a:spcPct val="80000"/>
              </a:lnSpc>
              <a:spcBef>
                <a:spcPts val="0"/>
              </a:spcBef>
              <a:spcAft>
                <a:spcPts val="0"/>
              </a:spcAft>
              <a:buNone/>
            </a:pPr>
            <a:r>
              <a:rPr lang="en-US" sz="1500">
                <a:solidFill>
                  <a:srgbClr val="000000"/>
                </a:solidFill>
                <a:latin typeface="Courier New"/>
                <a:ea typeface="Courier New"/>
                <a:cs typeface="Courier New"/>
                <a:sym typeface="Courier New"/>
              </a:rPr>
              <a:t>#include &lt;stdio.h&gt;</a:t>
            </a:r>
            <a:endParaRPr/>
          </a:p>
          <a:p>
            <a:pPr marL="342900" marR="0" lvl="0" indent="-342900" algn="l" rtl="0">
              <a:lnSpc>
                <a:spcPct val="80000"/>
              </a:lnSpc>
              <a:spcBef>
                <a:spcPts val="788"/>
              </a:spcBef>
              <a:spcAft>
                <a:spcPts val="0"/>
              </a:spcAft>
              <a:buNone/>
            </a:pPr>
            <a:r>
              <a:rPr lang="en-US" sz="1500">
                <a:solidFill>
                  <a:srgbClr val="000000"/>
                </a:solidFill>
                <a:latin typeface="Courier New"/>
                <a:ea typeface="Courier New"/>
                <a:cs typeface="Courier New"/>
                <a:sym typeface="Courier New"/>
              </a:rPr>
              <a:t>#include &lt;unistd.h&gt;</a:t>
            </a:r>
            <a:endParaRPr/>
          </a:p>
          <a:p>
            <a:pPr marL="342900" marR="0" lvl="0" indent="-342900" algn="l" rtl="0">
              <a:lnSpc>
                <a:spcPct val="80000"/>
              </a:lnSpc>
              <a:spcBef>
                <a:spcPts val="788"/>
              </a:spcBef>
              <a:spcAft>
                <a:spcPts val="0"/>
              </a:spcAft>
              <a:buNone/>
            </a:pPr>
            <a:r>
              <a:rPr lang="en-US" sz="1500">
                <a:solidFill>
                  <a:srgbClr val="000000"/>
                </a:solidFill>
                <a:latin typeface="Courier New"/>
                <a:ea typeface="Courier New"/>
                <a:cs typeface="Courier New"/>
                <a:sym typeface="Courier New"/>
              </a:rPr>
              <a:t>int main (int argc, char *argv[])</a:t>
            </a:r>
            <a:endParaRPr/>
          </a:p>
          <a:p>
            <a:pPr marL="342900" marR="0" lvl="0" indent="-342900" algn="l" rtl="0">
              <a:lnSpc>
                <a:spcPct val="80000"/>
              </a:lnSpc>
              <a:spcBef>
                <a:spcPts val="788"/>
              </a:spcBef>
              <a:spcAft>
                <a:spcPts val="0"/>
              </a:spcAft>
              <a:buNone/>
            </a:pPr>
            <a:r>
              <a:rPr lang="en-US" sz="1500">
                <a:solidFill>
                  <a:srgbClr val="000000"/>
                </a:solidFill>
                <a:latin typeface="Courier New"/>
                <a:ea typeface="Courier New"/>
                <a:cs typeface="Courier New"/>
                <a:sym typeface="Courier New"/>
              </a:rPr>
              <a:t>{</a:t>
            </a:r>
            <a:endParaRPr/>
          </a:p>
          <a:p>
            <a:pPr marL="342900" marR="0" lvl="0" indent="-342900" algn="l" rtl="0">
              <a:lnSpc>
                <a:spcPct val="80000"/>
              </a:lnSpc>
              <a:spcBef>
                <a:spcPts val="788"/>
              </a:spcBef>
              <a:spcAft>
                <a:spcPts val="0"/>
              </a:spcAft>
              <a:buNone/>
            </a:pPr>
            <a:r>
              <a:rPr lang="en-US" sz="1500">
                <a:solidFill>
                  <a:srgbClr val="000000"/>
                </a:solidFill>
                <a:latin typeface="Courier New"/>
                <a:ea typeface="Courier New"/>
                <a:cs typeface="Courier New"/>
                <a:sym typeface="Courier New"/>
              </a:rPr>
              <a:t>	printf(“hi”);</a:t>
            </a:r>
            <a:endParaRPr/>
          </a:p>
          <a:p>
            <a:pPr marL="342900" marR="0" lvl="0" indent="-342900" algn="l" rtl="0">
              <a:lnSpc>
                <a:spcPct val="80000"/>
              </a:lnSpc>
              <a:spcBef>
                <a:spcPts val="788"/>
              </a:spcBef>
              <a:spcAft>
                <a:spcPts val="0"/>
              </a:spcAft>
              <a:buNone/>
            </a:pPr>
            <a:r>
              <a:rPr lang="en-US" sz="1500">
                <a:solidFill>
                  <a:srgbClr val="000000"/>
                </a:solidFill>
                <a:latin typeface="Courier New"/>
                <a:ea typeface="Courier New"/>
                <a:cs typeface="Courier New"/>
                <a:sym typeface="Courier New"/>
              </a:rPr>
              <a:t>	int pid = fork();</a:t>
            </a:r>
            <a:endParaRPr/>
          </a:p>
          <a:p>
            <a:pPr marL="342900" marR="0" lvl="0" indent="-342900" algn="l" rtl="0">
              <a:lnSpc>
                <a:spcPct val="80000"/>
              </a:lnSpc>
              <a:spcBef>
                <a:spcPts val="788"/>
              </a:spcBef>
              <a:spcAft>
                <a:spcPts val="0"/>
              </a:spcAft>
              <a:buNone/>
            </a:pPr>
            <a:r>
              <a:rPr lang="en-US" sz="1500">
                <a:solidFill>
                  <a:srgbClr val="000000"/>
                </a:solidFill>
                <a:latin typeface="Courier New"/>
                <a:ea typeface="Courier New"/>
                <a:cs typeface="Courier New"/>
                <a:sym typeface="Courier New"/>
              </a:rPr>
              <a:t>	if (pid &gt; 0){</a:t>
            </a:r>
            <a:endParaRPr/>
          </a:p>
          <a:p>
            <a:pPr marL="342900" marR="0" lvl="0" indent="-342900" algn="l" rtl="0">
              <a:lnSpc>
                <a:spcPct val="80000"/>
              </a:lnSpc>
              <a:spcBef>
                <a:spcPts val="788"/>
              </a:spcBef>
              <a:spcAft>
                <a:spcPts val="0"/>
              </a:spcAft>
              <a:buNone/>
            </a:pPr>
            <a:r>
              <a:rPr lang="en-US" sz="1500">
                <a:solidFill>
                  <a:srgbClr val="000000"/>
                </a:solidFill>
                <a:latin typeface="Courier New"/>
                <a:ea typeface="Courier New"/>
                <a:cs typeface="Courier New"/>
                <a:sym typeface="Courier New"/>
              </a:rPr>
              <a:t>			fork();</a:t>
            </a:r>
            <a:endParaRPr/>
          </a:p>
          <a:p>
            <a:pPr marL="342900" marR="0" lvl="0" indent="-342900" algn="l" rtl="0">
              <a:lnSpc>
                <a:spcPct val="80000"/>
              </a:lnSpc>
              <a:spcBef>
                <a:spcPts val="788"/>
              </a:spcBef>
              <a:spcAft>
                <a:spcPts val="0"/>
              </a:spcAft>
              <a:buNone/>
            </a:pPr>
            <a:r>
              <a:rPr lang="en-US" sz="1500">
                <a:solidFill>
                  <a:srgbClr val="000000"/>
                </a:solidFill>
                <a:latin typeface="Courier New"/>
                <a:ea typeface="Courier New"/>
                <a:cs typeface="Courier New"/>
                <a:sym typeface="Courier New"/>
              </a:rPr>
              <a:t>			printf(“hello”);</a:t>
            </a:r>
            <a:endParaRPr/>
          </a:p>
          <a:p>
            <a:pPr marL="342900" marR="0" lvl="0" indent="-342900" algn="l" rtl="0">
              <a:lnSpc>
                <a:spcPct val="80000"/>
              </a:lnSpc>
              <a:spcBef>
                <a:spcPts val="788"/>
              </a:spcBef>
              <a:spcAft>
                <a:spcPts val="0"/>
              </a:spcAft>
              <a:buNone/>
            </a:pPr>
            <a:r>
              <a:rPr lang="en-US" sz="1500">
                <a:solidFill>
                  <a:srgbClr val="000000"/>
                </a:solidFill>
                <a:latin typeface="Courier New"/>
                <a:ea typeface="Courier New"/>
                <a:cs typeface="Courier New"/>
                <a:sym typeface="Courier New"/>
              </a:rPr>
              <a:t>   }</a:t>
            </a:r>
            <a:endParaRPr/>
          </a:p>
          <a:p>
            <a:pPr marL="342900" marR="0" lvl="0" indent="-342900" algn="l" rtl="0">
              <a:lnSpc>
                <a:spcPct val="80000"/>
              </a:lnSpc>
              <a:spcBef>
                <a:spcPts val="788"/>
              </a:spcBef>
              <a:spcAft>
                <a:spcPts val="0"/>
              </a:spcAft>
              <a:buNone/>
            </a:pPr>
            <a:r>
              <a:rPr lang="en-US" sz="1500">
                <a:solidFill>
                  <a:srgbClr val="000000"/>
                </a:solidFill>
                <a:latin typeface="Courier New"/>
                <a:ea typeface="Courier New"/>
                <a:cs typeface="Courier New"/>
                <a:sym typeface="Courier New"/>
              </a:rPr>
              <a:t>	else</a:t>
            </a:r>
            <a:endParaRPr/>
          </a:p>
          <a:p>
            <a:pPr marL="342900" marR="0" lvl="0" indent="-342900" algn="l" rtl="0">
              <a:lnSpc>
                <a:spcPct val="80000"/>
              </a:lnSpc>
              <a:spcBef>
                <a:spcPts val="788"/>
              </a:spcBef>
              <a:spcAft>
                <a:spcPts val="0"/>
              </a:spcAft>
              <a:buNone/>
            </a:pPr>
            <a:r>
              <a:rPr lang="en-US" sz="1500">
                <a:solidFill>
                  <a:srgbClr val="000000"/>
                </a:solidFill>
                <a:latin typeface="Courier New"/>
                <a:ea typeface="Courier New"/>
                <a:cs typeface="Courier New"/>
                <a:sym typeface="Courier New"/>
              </a:rPr>
              <a:t>			fork();</a:t>
            </a:r>
            <a:endParaRPr/>
          </a:p>
          <a:p>
            <a:pPr marL="342900" marR="0" lvl="0" indent="-342900" algn="l" rtl="0">
              <a:lnSpc>
                <a:spcPct val="80000"/>
              </a:lnSpc>
              <a:spcBef>
                <a:spcPts val="788"/>
              </a:spcBef>
              <a:spcAft>
                <a:spcPts val="0"/>
              </a:spcAft>
              <a:buNone/>
            </a:pPr>
            <a:r>
              <a:rPr lang="en-US" sz="1500">
                <a:solidFill>
                  <a:srgbClr val="000000"/>
                </a:solidFill>
                <a:latin typeface="Courier New"/>
                <a:ea typeface="Courier New"/>
                <a:cs typeface="Courier New"/>
                <a:sym typeface="Courier New"/>
              </a:rPr>
              <a:t>			printf(“bye”);</a:t>
            </a:r>
            <a:endParaRPr/>
          </a:p>
          <a:p>
            <a:pPr marL="342900" marR="0" lvl="0" indent="-342900" algn="l" rtl="0">
              <a:lnSpc>
                <a:spcPct val="80000"/>
              </a:lnSpc>
              <a:spcBef>
                <a:spcPts val="788"/>
              </a:spcBef>
              <a:spcAft>
                <a:spcPts val="0"/>
              </a:spcAft>
              <a:buNone/>
            </a:pPr>
            <a:r>
              <a:rPr lang="en-US" sz="1500">
                <a:solidFill>
                  <a:srgbClr val="000000"/>
                </a:solidFill>
                <a:latin typeface="Courier New"/>
                <a:ea typeface="Courier New"/>
                <a:cs typeface="Courier New"/>
                <a:sym typeface="Courier New"/>
              </a:rPr>
              <a:t>}</a:t>
            </a:r>
            <a:endParaRPr/>
          </a:p>
        </p:txBody>
      </p:sp>
      <p:grpSp>
        <p:nvGrpSpPr>
          <p:cNvPr id="943" name="Google Shape;943;p34"/>
          <p:cNvGrpSpPr/>
          <p:nvPr/>
        </p:nvGrpSpPr>
        <p:grpSpPr>
          <a:xfrm>
            <a:off x="6096000" y="1719969"/>
            <a:ext cx="5800764" cy="3905327"/>
            <a:chOff x="6096000" y="1719969"/>
            <a:chExt cx="5800764" cy="3905327"/>
          </a:xfrm>
        </p:grpSpPr>
        <p:sp>
          <p:nvSpPr>
            <p:cNvPr id="944" name="Google Shape;944;p34"/>
            <p:cNvSpPr/>
            <p:nvPr/>
          </p:nvSpPr>
          <p:spPr>
            <a:xfrm>
              <a:off x="7680226" y="2414155"/>
              <a:ext cx="609600" cy="3810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hi</a:t>
              </a:r>
              <a:endParaRPr/>
            </a:p>
          </p:txBody>
        </p:sp>
        <p:sp>
          <p:nvSpPr>
            <p:cNvPr id="945" name="Google Shape;945;p34"/>
            <p:cNvSpPr/>
            <p:nvPr/>
          </p:nvSpPr>
          <p:spPr>
            <a:xfrm>
              <a:off x="7597750" y="1719969"/>
              <a:ext cx="762000" cy="402272"/>
            </a:xfrm>
            <a:prstGeom prst="ellipse">
              <a:avLst/>
            </a:prstGeom>
            <a:gradFill>
              <a:gsLst>
                <a:gs pos="0">
                  <a:srgbClr val="EE8383"/>
                </a:gs>
                <a:gs pos="50000">
                  <a:srgbClr val="F2696A"/>
                </a:gs>
                <a:gs pos="100000">
                  <a:srgbClr val="DC5555"/>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P0</a:t>
              </a:r>
              <a:endParaRPr/>
            </a:p>
          </p:txBody>
        </p:sp>
        <p:cxnSp>
          <p:nvCxnSpPr>
            <p:cNvPr id="946" name="Google Shape;946;p34"/>
            <p:cNvCxnSpPr>
              <a:stCxn id="945" idx="4"/>
              <a:endCxn id="944" idx="0"/>
            </p:cNvCxnSpPr>
            <p:nvPr/>
          </p:nvCxnSpPr>
          <p:spPr>
            <a:xfrm>
              <a:off x="7978750" y="2122241"/>
              <a:ext cx="6300" cy="291900"/>
            </a:xfrm>
            <a:prstGeom prst="straightConnector1">
              <a:avLst/>
            </a:prstGeom>
            <a:noFill/>
            <a:ln w="25400" cap="flat" cmpd="sng">
              <a:solidFill>
                <a:schemeClr val="dk1"/>
              </a:solidFill>
              <a:prstDash val="solid"/>
              <a:miter lim="800000"/>
              <a:headEnd type="none" w="sm" len="sm"/>
              <a:tailEnd type="triangle" w="med" len="med"/>
            </a:ln>
          </p:spPr>
        </p:cxnSp>
        <p:sp>
          <p:nvSpPr>
            <p:cNvPr id="947" name="Google Shape;947;p34"/>
            <p:cNvSpPr/>
            <p:nvPr/>
          </p:nvSpPr>
          <p:spPr>
            <a:xfrm>
              <a:off x="7597750" y="3160980"/>
              <a:ext cx="762000" cy="402272"/>
            </a:xfrm>
            <a:prstGeom prst="ellipse">
              <a:avLst/>
            </a:prstGeom>
            <a:gradFill>
              <a:gsLst>
                <a:gs pos="0">
                  <a:srgbClr val="EE8383"/>
                </a:gs>
                <a:gs pos="50000">
                  <a:srgbClr val="F2696A"/>
                </a:gs>
                <a:gs pos="100000">
                  <a:srgbClr val="DC5555"/>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P0</a:t>
              </a:r>
              <a:endParaRPr/>
            </a:p>
          </p:txBody>
        </p:sp>
        <p:sp>
          <p:nvSpPr>
            <p:cNvPr id="948" name="Google Shape;948;p34"/>
            <p:cNvSpPr/>
            <p:nvPr/>
          </p:nvSpPr>
          <p:spPr>
            <a:xfrm>
              <a:off x="9556757" y="3160980"/>
              <a:ext cx="762000" cy="402272"/>
            </a:xfrm>
            <a:prstGeom prst="ellipse">
              <a:avLst/>
            </a:prstGeom>
            <a:gradFill>
              <a:gsLst>
                <a:gs pos="0">
                  <a:srgbClr val="EE8383"/>
                </a:gs>
                <a:gs pos="50000">
                  <a:srgbClr val="F2696A"/>
                </a:gs>
                <a:gs pos="100000">
                  <a:srgbClr val="DC5555"/>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P1</a:t>
              </a:r>
              <a:endParaRPr/>
            </a:p>
          </p:txBody>
        </p:sp>
        <p:cxnSp>
          <p:nvCxnSpPr>
            <p:cNvPr id="949" name="Google Shape;949;p34"/>
            <p:cNvCxnSpPr>
              <a:stCxn id="944" idx="2"/>
              <a:endCxn id="947" idx="0"/>
            </p:cNvCxnSpPr>
            <p:nvPr/>
          </p:nvCxnSpPr>
          <p:spPr>
            <a:xfrm flipH="1">
              <a:off x="7978726" y="2795155"/>
              <a:ext cx="6300" cy="365700"/>
            </a:xfrm>
            <a:prstGeom prst="straightConnector1">
              <a:avLst/>
            </a:prstGeom>
            <a:noFill/>
            <a:ln w="25400" cap="flat" cmpd="sng">
              <a:solidFill>
                <a:schemeClr val="dk1"/>
              </a:solidFill>
              <a:prstDash val="solid"/>
              <a:miter lim="800000"/>
              <a:headEnd type="none" w="sm" len="sm"/>
              <a:tailEnd type="triangle" w="med" len="med"/>
            </a:ln>
          </p:spPr>
        </p:cxnSp>
        <p:cxnSp>
          <p:nvCxnSpPr>
            <p:cNvPr id="950" name="Google Shape;950;p34"/>
            <p:cNvCxnSpPr>
              <a:stCxn id="944" idx="2"/>
              <a:endCxn id="948" idx="0"/>
            </p:cNvCxnSpPr>
            <p:nvPr/>
          </p:nvCxnSpPr>
          <p:spPr>
            <a:xfrm>
              <a:off x="7985026" y="2795155"/>
              <a:ext cx="1952700" cy="365700"/>
            </a:xfrm>
            <a:prstGeom prst="straightConnector1">
              <a:avLst/>
            </a:prstGeom>
            <a:noFill/>
            <a:ln w="25400" cap="flat" cmpd="sng">
              <a:solidFill>
                <a:schemeClr val="dk1"/>
              </a:solidFill>
              <a:prstDash val="solid"/>
              <a:miter lim="800000"/>
              <a:headEnd type="none" w="sm" len="sm"/>
              <a:tailEnd type="triangle" w="med" len="med"/>
            </a:ln>
          </p:spPr>
        </p:cxnSp>
        <p:sp>
          <p:nvSpPr>
            <p:cNvPr id="951" name="Google Shape;951;p34"/>
            <p:cNvSpPr/>
            <p:nvPr/>
          </p:nvSpPr>
          <p:spPr>
            <a:xfrm>
              <a:off x="7597750" y="3730595"/>
              <a:ext cx="762000" cy="402272"/>
            </a:xfrm>
            <a:prstGeom prst="ellipse">
              <a:avLst/>
            </a:prstGeom>
            <a:gradFill>
              <a:gsLst>
                <a:gs pos="0">
                  <a:srgbClr val="EE8383"/>
                </a:gs>
                <a:gs pos="50000">
                  <a:srgbClr val="F2696A"/>
                </a:gs>
                <a:gs pos="100000">
                  <a:srgbClr val="DC5555"/>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P0</a:t>
              </a:r>
              <a:endParaRPr/>
            </a:p>
          </p:txBody>
        </p:sp>
        <p:sp>
          <p:nvSpPr>
            <p:cNvPr id="952" name="Google Shape;952;p34"/>
            <p:cNvSpPr/>
            <p:nvPr/>
          </p:nvSpPr>
          <p:spPr>
            <a:xfrm>
              <a:off x="6096000" y="3730595"/>
              <a:ext cx="762000" cy="402272"/>
            </a:xfrm>
            <a:prstGeom prst="ellipse">
              <a:avLst/>
            </a:prstGeom>
            <a:gradFill>
              <a:gsLst>
                <a:gs pos="0">
                  <a:srgbClr val="EE8383"/>
                </a:gs>
                <a:gs pos="50000">
                  <a:srgbClr val="F2696A"/>
                </a:gs>
                <a:gs pos="100000">
                  <a:srgbClr val="DC5555"/>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P3</a:t>
              </a:r>
              <a:endParaRPr/>
            </a:p>
          </p:txBody>
        </p:sp>
        <p:sp>
          <p:nvSpPr>
            <p:cNvPr id="953" name="Google Shape;953;p34"/>
            <p:cNvSpPr/>
            <p:nvPr/>
          </p:nvSpPr>
          <p:spPr>
            <a:xfrm>
              <a:off x="7597750" y="4433086"/>
              <a:ext cx="762000" cy="3810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hello</a:t>
              </a:r>
              <a:endParaRPr/>
            </a:p>
          </p:txBody>
        </p:sp>
        <p:sp>
          <p:nvSpPr>
            <p:cNvPr id="954" name="Google Shape;954;p34"/>
            <p:cNvSpPr/>
            <p:nvPr/>
          </p:nvSpPr>
          <p:spPr>
            <a:xfrm>
              <a:off x="6096000" y="4433086"/>
              <a:ext cx="762000" cy="3810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hello</a:t>
              </a:r>
              <a:endParaRPr/>
            </a:p>
          </p:txBody>
        </p:sp>
        <p:sp>
          <p:nvSpPr>
            <p:cNvPr id="955" name="Google Shape;955;p34"/>
            <p:cNvSpPr/>
            <p:nvPr/>
          </p:nvSpPr>
          <p:spPr>
            <a:xfrm>
              <a:off x="9556757" y="3727941"/>
              <a:ext cx="762000" cy="402272"/>
            </a:xfrm>
            <a:prstGeom prst="ellipse">
              <a:avLst/>
            </a:prstGeom>
            <a:gradFill>
              <a:gsLst>
                <a:gs pos="0">
                  <a:srgbClr val="EE8383"/>
                </a:gs>
                <a:gs pos="50000">
                  <a:srgbClr val="F2696A"/>
                </a:gs>
                <a:gs pos="100000">
                  <a:srgbClr val="DC5555"/>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P1</a:t>
              </a:r>
              <a:endParaRPr/>
            </a:p>
          </p:txBody>
        </p:sp>
        <p:sp>
          <p:nvSpPr>
            <p:cNvPr id="956" name="Google Shape;956;p34"/>
            <p:cNvSpPr/>
            <p:nvPr/>
          </p:nvSpPr>
          <p:spPr>
            <a:xfrm>
              <a:off x="11134764" y="3727941"/>
              <a:ext cx="762000" cy="402272"/>
            </a:xfrm>
            <a:prstGeom prst="ellipse">
              <a:avLst/>
            </a:prstGeom>
            <a:gradFill>
              <a:gsLst>
                <a:gs pos="0">
                  <a:srgbClr val="EE8383"/>
                </a:gs>
                <a:gs pos="50000">
                  <a:srgbClr val="F2696A"/>
                </a:gs>
                <a:gs pos="100000">
                  <a:srgbClr val="DC5555"/>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P2</a:t>
              </a:r>
              <a:endParaRPr/>
            </a:p>
          </p:txBody>
        </p:sp>
        <p:cxnSp>
          <p:nvCxnSpPr>
            <p:cNvPr id="957" name="Google Shape;957;p34"/>
            <p:cNvCxnSpPr>
              <a:stCxn id="947" idx="4"/>
            </p:cNvCxnSpPr>
            <p:nvPr/>
          </p:nvCxnSpPr>
          <p:spPr>
            <a:xfrm>
              <a:off x="7978750" y="3563252"/>
              <a:ext cx="0" cy="164700"/>
            </a:xfrm>
            <a:prstGeom prst="straightConnector1">
              <a:avLst/>
            </a:prstGeom>
            <a:noFill/>
            <a:ln w="25400" cap="flat" cmpd="sng">
              <a:solidFill>
                <a:schemeClr val="dk1"/>
              </a:solidFill>
              <a:prstDash val="solid"/>
              <a:miter lim="800000"/>
              <a:headEnd type="none" w="sm" len="sm"/>
              <a:tailEnd type="triangle" w="med" len="med"/>
            </a:ln>
          </p:spPr>
        </p:cxnSp>
        <p:cxnSp>
          <p:nvCxnSpPr>
            <p:cNvPr id="958" name="Google Shape;958;p34"/>
            <p:cNvCxnSpPr>
              <a:stCxn id="947" idx="4"/>
            </p:cNvCxnSpPr>
            <p:nvPr/>
          </p:nvCxnSpPr>
          <p:spPr>
            <a:xfrm flipH="1">
              <a:off x="6476950" y="3563252"/>
              <a:ext cx="1501800" cy="164700"/>
            </a:xfrm>
            <a:prstGeom prst="straightConnector1">
              <a:avLst/>
            </a:prstGeom>
            <a:noFill/>
            <a:ln w="25400" cap="flat" cmpd="sng">
              <a:solidFill>
                <a:schemeClr val="dk1"/>
              </a:solidFill>
              <a:prstDash val="solid"/>
              <a:miter lim="800000"/>
              <a:headEnd type="none" w="sm" len="sm"/>
              <a:tailEnd type="triangle" w="med" len="med"/>
            </a:ln>
          </p:spPr>
        </p:cxnSp>
        <p:cxnSp>
          <p:nvCxnSpPr>
            <p:cNvPr id="959" name="Google Shape;959;p34"/>
            <p:cNvCxnSpPr>
              <a:stCxn id="948" idx="4"/>
              <a:endCxn id="955" idx="0"/>
            </p:cNvCxnSpPr>
            <p:nvPr/>
          </p:nvCxnSpPr>
          <p:spPr>
            <a:xfrm>
              <a:off x="9937757" y="3563252"/>
              <a:ext cx="0" cy="164700"/>
            </a:xfrm>
            <a:prstGeom prst="straightConnector1">
              <a:avLst/>
            </a:prstGeom>
            <a:noFill/>
            <a:ln w="25400" cap="flat" cmpd="sng">
              <a:solidFill>
                <a:schemeClr val="dk1"/>
              </a:solidFill>
              <a:prstDash val="solid"/>
              <a:miter lim="800000"/>
              <a:headEnd type="none" w="sm" len="sm"/>
              <a:tailEnd type="triangle" w="med" len="med"/>
            </a:ln>
          </p:spPr>
        </p:cxnSp>
        <p:cxnSp>
          <p:nvCxnSpPr>
            <p:cNvPr id="960" name="Google Shape;960;p34"/>
            <p:cNvCxnSpPr>
              <a:stCxn id="948" idx="4"/>
              <a:endCxn id="956" idx="0"/>
            </p:cNvCxnSpPr>
            <p:nvPr/>
          </p:nvCxnSpPr>
          <p:spPr>
            <a:xfrm>
              <a:off x="9937757" y="3563252"/>
              <a:ext cx="1578000" cy="164700"/>
            </a:xfrm>
            <a:prstGeom prst="straightConnector1">
              <a:avLst/>
            </a:prstGeom>
            <a:noFill/>
            <a:ln w="25400" cap="flat" cmpd="sng">
              <a:solidFill>
                <a:schemeClr val="dk1"/>
              </a:solidFill>
              <a:prstDash val="solid"/>
              <a:miter lim="800000"/>
              <a:headEnd type="none" w="sm" len="sm"/>
              <a:tailEnd type="triangle" w="med" len="med"/>
            </a:ln>
          </p:spPr>
        </p:cxnSp>
        <p:cxnSp>
          <p:nvCxnSpPr>
            <p:cNvPr id="961" name="Google Shape;961;p34"/>
            <p:cNvCxnSpPr>
              <a:stCxn id="952" idx="4"/>
              <a:endCxn id="954" idx="0"/>
            </p:cNvCxnSpPr>
            <p:nvPr/>
          </p:nvCxnSpPr>
          <p:spPr>
            <a:xfrm>
              <a:off x="6477000" y="4132867"/>
              <a:ext cx="0" cy="300300"/>
            </a:xfrm>
            <a:prstGeom prst="straightConnector1">
              <a:avLst/>
            </a:prstGeom>
            <a:noFill/>
            <a:ln w="25400" cap="flat" cmpd="sng">
              <a:solidFill>
                <a:schemeClr val="dk1"/>
              </a:solidFill>
              <a:prstDash val="solid"/>
              <a:miter lim="800000"/>
              <a:headEnd type="none" w="sm" len="sm"/>
              <a:tailEnd type="triangle" w="med" len="med"/>
            </a:ln>
          </p:spPr>
        </p:cxnSp>
        <p:cxnSp>
          <p:nvCxnSpPr>
            <p:cNvPr id="962" name="Google Shape;962;p34"/>
            <p:cNvCxnSpPr>
              <a:stCxn id="951" idx="4"/>
              <a:endCxn id="953" idx="0"/>
            </p:cNvCxnSpPr>
            <p:nvPr/>
          </p:nvCxnSpPr>
          <p:spPr>
            <a:xfrm>
              <a:off x="7978750" y="4132867"/>
              <a:ext cx="0" cy="300300"/>
            </a:xfrm>
            <a:prstGeom prst="straightConnector1">
              <a:avLst/>
            </a:prstGeom>
            <a:noFill/>
            <a:ln w="25400" cap="flat" cmpd="sng">
              <a:solidFill>
                <a:schemeClr val="dk1"/>
              </a:solidFill>
              <a:prstDash val="solid"/>
              <a:miter lim="800000"/>
              <a:headEnd type="none" w="sm" len="sm"/>
              <a:tailEnd type="triangle" w="med" len="med"/>
            </a:ln>
          </p:spPr>
        </p:cxnSp>
        <p:sp>
          <p:nvSpPr>
            <p:cNvPr id="963" name="Google Shape;963;p34"/>
            <p:cNvSpPr/>
            <p:nvPr/>
          </p:nvSpPr>
          <p:spPr>
            <a:xfrm>
              <a:off x="9556757" y="4433086"/>
              <a:ext cx="762000" cy="3810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bye</a:t>
              </a:r>
              <a:endParaRPr/>
            </a:p>
          </p:txBody>
        </p:sp>
        <p:sp>
          <p:nvSpPr>
            <p:cNvPr id="964" name="Google Shape;964;p34"/>
            <p:cNvSpPr/>
            <p:nvPr/>
          </p:nvSpPr>
          <p:spPr>
            <a:xfrm>
              <a:off x="11134764" y="4431307"/>
              <a:ext cx="762000" cy="3810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bye</a:t>
              </a:r>
              <a:endParaRPr/>
            </a:p>
          </p:txBody>
        </p:sp>
        <p:sp>
          <p:nvSpPr>
            <p:cNvPr id="965" name="Google Shape;965;p34"/>
            <p:cNvSpPr/>
            <p:nvPr/>
          </p:nvSpPr>
          <p:spPr>
            <a:xfrm>
              <a:off x="6112007" y="5244296"/>
              <a:ext cx="762000" cy="3810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bye</a:t>
              </a:r>
              <a:endParaRPr/>
            </a:p>
          </p:txBody>
        </p:sp>
        <p:sp>
          <p:nvSpPr>
            <p:cNvPr id="966" name="Google Shape;966;p34"/>
            <p:cNvSpPr/>
            <p:nvPr/>
          </p:nvSpPr>
          <p:spPr>
            <a:xfrm>
              <a:off x="7597750" y="5244296"/>
              <a:ext cx="762000" cy="3810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bye</a:t>
              </a:r>
              <a:endParaRPr/>
            </a:p>
          </p:txBody>
        </p:sp>
        <p:cxnSp>
          <p:nvCxnSpPr>
            <p:cNvPr id="967" name="Google Shape;967;p34"/>
            <p:cNvCxnSpPr>
              <a:stCxn id="955" idx="4"/>
              <a:endCxn id="963" idx="0"/>
            </p:cNvCxnSpPr>
            <p:nvPr/>
          </p:nvCxnSpPr>
          <p:spPr>
            <a:xfrm>
              <a:off x="9937757" y="4130213"/>
              <a:ext cx="0" cy="303000"/>
            </a:xfrm>
            <a:prstGeom prst="straightConnector1">
              <a:avLst/>
            </a:prstGeom>
            <a:noFill/>
            <a:ln w="25400" cap="flat" cmpd="sng">
              <a:solidFill>
                <a:schemeClr val="dk1"/>
              </a:solidFill>
              <a:prstDash val="solid"/>
              <a:miter lim="800000"/>
              <a:headEnd type="none" w="sm" len="sm"/>
              <a:tailEnd type="triangle" w="med" len="med"/>
            </a:ln>
          </p:spPr>
        </p:cxnSp>
        <p:cxnSp>
          <p:nvCxnSpPr>
            <p:cNvPr id="968" name="Google Shape;968;p34"/>
            <p:cNvCxnSpPr>
              <a:stCxn id="956" idx="4"/>
            </p:cNvCxnSpPr>
            <p:nvPr/>
          </p:nvCxnSpPr>
          <p:spPr>
            <a:xfrm>
              <a:off x="11515764" y="4130213"/>
              <a:ext cx="0" cy="301200"/>
            </a:xfrm>
            <a:prstGeom prst="straightConnector1">
              <a:avLst/>
            </a:prstGeom>
            <a:noFill/>
            <a:ln w="25400" cap="flat" cmpd="sng">
              <a:solidFill>
                <a:schemeClr val="dk1"/>
              </a:solidFill>
              <a:prstDash val="solid"/>
              <a:miter lim="800000"/>
              <a:headEnd type="none" w="sm" len="sm"/>
              <a:tailEnd type="triangle" w="med" len="med"/>
            </a:ln>
          </p:spPr>
        </p:cxnSp>
        <p:cxnSp>
          <p:nvCxnSpPr>
            <p:cNvPr id="969" name="Google Shape;969;p34"/>
            <p:cNvCxnSpPr>
              <a:stCxn id="953" idx="2"/>
              <a:endCxn id="966" idx="0"/>
            </p:cNvCxnSpPr>
            <p:nvPr/>
          </p:nvCxnSpPr>
          <p:spPr>
            <a:xfrm>
              <a:off x="7978750" y="4814086"/>
              <a:ext cx="0" cy="430200"/>
            </a:xfrm>
            <a:prstGeom prst="straightConnector1">
              <a:avLst/>
            </a:prstGeom>
            <a:noFill/>
            <a:ln w="25400" cap="flat" cmpd="sng">
              <a:solidFill>
                <a:schemeClr val="dk1"/>
              </a:solidFill>
              <a:prstDash val="solid"/>
              <a:miter lim="800000"/>
              <a:headEnd type="none" w="sm" len="sm"/>
              <a:tailEnd type="triangle" w="med" len="med"/>
            </a:ln>
          </p:spPr>
        </p:cxnSp>
        <p:cxnSp>
          <p:nvCxnSpPr>
            <p:cNvPr id="970" name="Google Shape;970;p34"/>
            <p:cNvCxnSpPr>
              <a:stCxn id="954" idx="2"/>
              <a:endCxn id="965" idx="0"/>
            </p:cNvCxnSpPr>
            <p:nvPr/>
          </p:nvCxnSpPr>
          <p:spPr>
            <a:xfrm>
              <a:off x="6477000" y="4814086"/>
              <a:ext cx="15900" cy="430200"/>
            </a:xfrm>
            <a:prstGeom prst="straightConnector1">
              <a:avLst/>
            </a:prstGeom>
            <a:noFill/>
            <a:ln w="25400" cap="flat" cmpd="sng">
              <a:solidFill>
                <a:schemeClr val="dk1"/>
              </a:solidFill>
              <a:prstDash val="solid"/>
              <a:miter lim="800000"/>
              <a:headEnd type="none" w="sm" len="sm"/>
              <a:tailEnd type="triangle" w="med" len="med"/>
            </a:ln>
          </p:spPr>
        </p:cxnSp>
      </p:grpSp>
      <p:sp>
        <p:nvSpPr>
          <p:cNvPr id="971" name="Google Shape;971;p34"/>
          <p:cNvSpPr txBox="1"/>
          <p:nvPr/>
        </p:nvSpPr>
        <p:spPr>
          <a:xfrm>
            <a:off x="774146" y="5912575"/>
            <a:ext cx="5221540" cy="387798"/>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None/>
            </a:pPr>
            <a:r>
              <a:rPr lang="en-US" sz="2400" b="1">
                <a:solidFill>
                  <a:srgbClr val="0072FF"/>
                </a:solidFill>
                <a:latin typeface="Arial"/>
                <a:ea typeface="Arial"/>
                <a:cs typeface="Arial"/>
                <a:sym typeface="Arial"/>
              </a:rPr>
              <a:t>Chương trình trên in ra những gì?</a:t>
            </a:r>
            <a:endParaRPr/>
          </a:p>
        </p:txBody>
      </p:sp>
      <p:sp>
        <p:nvSpPr>
          <p:cNvPr id="972" name="Google Shape;972;p34"/>
          <p:cNvSpPr txBox="1"/>
          <p:nvPr/>
        </p:nvSpPr>
        <p:spPr>
          <a:xfrm>
            <a:off x="825092" y="1009860"/>
            <a:ext cx="4676280" cy="494751"/>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2400" b="1">
                <a:solidFill>
                  <a:schemeClr val="lt1"/>
                </a:solidFill>
                <a:latin typeface="Arial"/>
                <a:ea typeface="Arial"/>
                <a:cs typeface="Arial"/>
                <a:sym typeface="Arial"/>
              </a:rPr>
              <a:t>Ví dụ tạo process với fork() (tt)</a:t>
            </a:r>
            <a:endParaRPr sz="2400" b="1">
              <a:solidFill>
                <a:schemeClr val="lt1"/>
              </a:solidFill>
              <a:latin typeface="Arial"/>
              <a:ea typeface="Arial"/>
              <a:cs typeface="Arial"/>
              <a:sym typeface="Arial"/>
            </a:endParaRPr>
          </a:p>
        </p:txBody>
      </p:sp>
      <p:sp>
        <p:nvSpPr>
          <p:cNvPr id="973" name="Google Shape;973;p34"/>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5. Các tác vụ đối với tiến trình</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79" name="Google Shape;979;p35"/>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980" name="Google Shape;980;p35"/>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35</a:t>
            </a:fld>
            <a:endParaRPr/>
          </a:p>
        </p:txBody>
      </p:sp>
      <p:sp>
        <p:nvSpPr>
          <p:cNvPr id="981" name="Google Shape;981;p35"/>
          <p:cNvSpPr/>
          <p:nvPr/>
        </p:nvSpPr>
        <p:spPr>
          <a:xfrm>
            <a:off x="891822" y="2183778"/>
            <a:ext cx="5565422" cy="3273526"/>
          </a:xfrm>
          <a:prstGeom prst="roundRect">
            <a:avLst>
              <a:gd name="adj" fmla="val 2528"/>
            </a:avLst>
          </a:prstGeom>
          <a:noFill/>
          <a:ln w="9525" cap="flat" cmpd="sng">
            <a:solidFill>
              <a:srgbClr val="0072FF"/>
            </a:solidFill>
            <a:prstDash val="solid"/>
            <a:miter lim="800000"/>
            <a:headEnd type="none" w="sm" len="sm"/>
            <a:tailEnd type="none" w="sm" len="sm"/>
          </a:ln>
        </p:spPr>
        <p:txBody>
          <a:bodyPr spcFirstLastPara="1" wrap="square" lIns="91425" tIns="45700" rIns="91425" bIns="45700" anchor="t" anchorCtr="0">
            <a:noAutofit/>
          </a:bodyPr>
          <a:lstStyle/>
          <a:p>
            <a:pPr marL="11113" marR="0" lvl="0" indent="-11113" algn="l" rtl="0">
              <a:lnSpc>
                <a:spcPct val="80000"/>
              </a:lnSpc>
              <a:spcBef>
                <a:spcPts val="0"/>
              </a:spcBef>
              <a:spcAft>
                <a:spcPts val="0"/>
              </a:spcAft>
              <a:buNone/>
            </a:pPr>
            <a:r>
              <a:rPr lang="en-US" sz="1600" dirty="0">
                <a:solidFill>
                  <a:srgbClr val="000000"/>
                </a:solidFill>
                <a:latin typeface="Courier New"/>
                <a:ea typeface="Courier New"/>
                <a:cs typeface="Courier New"/>
                <a:sym typeface="Courier New"/>
              </a:rPr>
              <a:t>int main (int </a:t>
            </a:r>
            <a:r>
              <a:rPr lang="en-US" sz="1600" dirty="0" err="1">
                <a:solidFill>
                  <a:srgbClr val="000000"/>
                </a:solidFill>
                <a:latin typeface="Courier New"/>
                <a:ea typeface="Courier New"/>
                <a:cs typeface="Courier New"/>
                <a:sym typeface="Courier New"/>
              </a:rPr>
              <a:t>argc</a:t>
            </a:r>
            <a:r>
              <a:rPr lang="en-US" sz="1600" dirty="0">
                <a:solidFill>
                  <a:srgbClr val="000000"/>
                </a:solidFill>
                <a:latin typeface="Courier New"/>
                <a:ea typeface="Courier New"/>
                <a:cs typeface="Courier New"/>
                <a:sym typeface="Courier New"/>
              </a:rPr>
              <a:t>, char **</a:t>
            </a:r>
            <a:r>
              <a:rPr lang="en-US" sz="1600" dirty="0" err="1">
                <a:solidFill>
                  <a:srgbClr val="000000"/>
                </a:solidFill>
                <a:latin typeface="Courier New"/>
                <a:ea typeface="Courier New"/>
                <a:cs typeface="Courier New"/>
                <a:sym typeface="Courier New"/>
              </a:rPr>
              <a:t>argv</a:t>
            </a:r>
            <a:r>
              <a:rPr lang="en-US" sz="1600" dirty="0">
                <a:solidFill>
                  <a:srgbClr val="000000"/>
                </a:solidFill>
                <a:latin typeface="Courier New"/>
                <a:ea typeface="Courier New"/>
                <a:cs typeface="Courier New"/>
                <a:sym typeface="Courier New"/>
              </a:rPr>
              <a:t>)</a:t>
            </a:r>
            <a:endParaRPr dirty="0"/>
          </a:p>
          <a:p>
            <a:pPr marL="11113" marR="0" lvl="0" indent="-11113" algn="l" rtl="0">
              <a:lnSpc>
                <a:spcPct val="80000"/>
              </a:lnSpc>
              <a:spcBef>
                <a:spcPts val="788"/>
              </a:spcBef>
              <a:spcAft>
                <a:spcPts val="0"/>
              </a:spcAft>
              <a:buNone/>
            </a:pPr>
            <a:r>
              <a:rPr lang="en-US" sz="1600" dirty="0">
                <a:solidFill>
                  <a:srgbClr val="000000"/>
                </a:solidFill>
                <a:latin typeface="Courier New"/>
                <a:ea typeface="Courier New"/>
                <a:cs typeface="Courier New"/>
                <a:sym typeface="Courier New"/>
              </a:rPr>
              <a:t>{</a:t>
            </a:r>
            <a:endParaRPr dirty="0"/>
          </a:p>
          <a:p>
            <a:pPr marL="11113" marR="0" lvl="0" indent="-11113" algn="l" rtl="0">
              <a:lnSpc>
                <a:spcPct val="80000"/>
              </a:lnSpc>
              <a:spcBef>
                <a:spcPts val="788"/>
              </a:spcBef>
              <a:spcAft>
                <a:spcPts val="0"/>
              </a:spcAft>
              <a:buNone/>
            </a:pPr>
            <a:r>
              <a:rPr lang="en-US" sz="1600" dirty="0">
                <a:solidFill>
                  <a:srgbClr val="000000"/>
                </a:solidFill>
                <a:latin typeface="Courier New"/>
                <a:ea typeface="Courier New"/>
                <a:cs typeface="Courier New"/>
                <a:sym typeface="Courier New"/>
              </a:rPr>
              <a:t>	  int </a:t>
            </a:r>
            <a:r>
              <a:rPr lang="en-US" sz="1600" dirty="0" err="1">
                <a:solidFill>
                  <a:srgbClr val="000000"/>
                </a:solidFill>
                <a:latin typeface="Courier New"/>
                <a:ea typeface="Courier New"/>
                <a:cs typeface="Courier New"/>
                <a:sym typeface="Courier New"/>
              </a:rPr>
              <a:t>pid</a:t>
            </a:r>
            <a:r>
              <a:rPr lang="en-US" sz="1600" dirty="0">
                <a:solidFill>
                  <a:srgbClr val="000000"/>
                </a:solidFill>
                <a:latin typeface="Courier New"/>
                <a:ea typeface="Courier New"/>
                <a:cs typeface="Courier New"/>
                <a:sym typeface="Courier New"/>
              </a:rPr>
              <a:t>;</a:t>
            </a:r>
            <a:endParaRPr dirty="0"/>
          </a:p>
          <a:p>
            <a:pPr marL="11113" marR="0" lvl="0" indent="-11113" algn="l" rtl="0">
              <a:lnSpc>
                <a:spcPct val="80000"/>
              </a:lnSpc>
              <a:spcBef>
                <a:spcPts val="788"/>
              </a:spcBef>
              <a:spcAft>
                <a:spcPts val="0"/>
              </a:spcAft>
              <a:buNone/>
            </a:pPr>
            <a:r>
              <a:rPr lang="en-US" sz="1600" dirty="0">
                <a:solidFill>
                  <a:srgbClr val="000000"/>
                </a:solidFill>
                <a:latin typeface="Courier New"/>
                <a:ea typeface="Courier New"/>
                <a:cs typeface="Courier New"/>
                <a:sym typeface="Courier New"/>
              </a:rPr>
              <a:t>	  </a:t>
            </a:r>
            <a:r>
              <a:rPr lang="en-US" sz="1600" dirty="0" err="1">
                <a:solidFill>
                  <a:srgbClr val="000000"/>
                </a:solidFill>
                <a:latin typeface="Courier New"/>
                <a:ea typeface="Courier New"/>
                <a:cs typeface="Courier New"/>
                <a:sym typeface="Courier New"/>
              </a:rPr>
              <a:t>printf</a:t>
            </a:r>
            <a:r>
              <a:rPr lang="en-US" sz="1600" dirty="0">
                <a:solidFill>
                  <a:srgbClr val="000000"/>
                </a:solidFill>
                <a:latin typeface="Courier New"/>
                <a:ea typeface="Courier New"/>
                <a:cs typeface="Courier New"/>
                <a:sym typeface="Courier New"/>
              </a:rPr>
              <a:t>(“Toi la </a:t>
            </a:r>
            <a:r>
              <a:rPr lang="en-US" sz="1600" dirty="0" err="1">
                <a:solidFill>
                  <a:srgbClr val="000000"/>
                </a:solidFill>
                <a:latin typeface="Courier New"/>
                <a:ea typeface="Courier New"/>
                <a:cs typeface="Courier New"/>
                <a:sym typeface="Courier New"/>
              </a:rPr>
              <a:t>sinh</a:t>
            </a:r>
            <a:r>
              <a:rPr lang="en-US" sz="1600" dirty="0">
                <a:solidFill>
                  <a:srgbClr val="000000"/>
                </a:solidFill>
                <a:latin typeface="Courier New"/>
                <a:ea typeface="Courier New"/>
                <a:cs typeface="Courier New"/>
                <a:sym typeface="Courier New"/>
              </a:rPr>
              <a:t> </a:t>
            </a:r>
            <a:r>
              <a:rPr lang="en-US" sz="1600" dirty="0" err="1">
                <a:solidFill>
                  <a:srgbClr val="000000"/>
                </a:solidFill>
                <a:latin typeface="Courier New"/>
                <a:ea typeface="Courier New"/>
                <a:cs typeface="Courier New"/>
                <a:sym typeface="Courier New"/>
              </a:rPr>
              <a:t>vien</a:t>
            </a:r>
            <a:r>
              <a:rPr lang="en-US" sz="1600" dirty="0">
                <a:solidFill>
                  <a:srgbClr val="000000"/>
                </a:solidFill>
                <a:latin typeface="Courier New"/>
                <a:ea typeface="Courier New"/>
                <a:cs typeface="Courier New"/>
                <a:sym typeface="Courier New"/>
              </a:rPr>
              <a:t> lop IT007 \n”);</a:t>
            </a:r>
            <a:endParaRPr dirty="0"/>
          </a:p>
          <a:p>
            <a:pPr marL="11113" marR="0" lvl="0" indent="-11113" algn="l" rtl="0">
              <a:lnSpc>
                <a:spcPct val="80000"/>
              </a:lnSpc>
              <a:spcBef>
                <a:spcPts val="788"/>
              </a:spcBef>
              <a:spcAft>
                <a:spcPts val="0"/>
              </a:spcAft>
              <a:buNone/>
            </a:pPr>
            <a:r>
              <a:rPr lang="en-US" sz="1600" dirty="0">
                <a:solidFill>
                  <a:srgbClr val="000000"/>
                </a:solidFill>
                <a:latin typeface="Courier New"/>
                <a:ea typeface="Courier New"/>
                <a:cs typeface="Courier New"/>
                <a:sym typeface="Courier New"/>
              </a:rPr>
              <a:t>	  </a:t>
            </a:r>
            <a:r>
              <a:rPr lang="en-US" sz="1600" dirty="0" err="1">
                <a:solidFill>
                  <a:srgbClr val="000000"/>
                </a:solidFill>
                <a:latin typeface="Courier New"/>
                <a:ea typeface="Courier New"/>
                <a:cs typeface="Courier New"/>
                <a:sym typeface="Courier New"/>
              </a:rPr>
              <a:t>pid</a:t>
            </a:r>
            <a:r>
              <a:rPr lang="en-US" sz="1600" dirty="0">
                <a:solidFill>
                  <a:srgbClr val="000000"/>
                </a:solidFill>
                <a:latin typeface="Courier New"/>
                <a:ea typeface="Courier New"/>
                <a:cs typeface="Courier New"/>
                <a:sym typeface="Courier New"/>
              </a:rPr>
              <a:t> = fork();</a:t>
            </a:r>
            <a:endParaRPr dirty="0"/>
          </a:p>
          <a:p>
            <a:pPr marL="11113" marR="0" lvl="0" indent="-11113" algn="l" rtl="0">
              <a:lnSpc>
                <a:spcPct val="80000"/>
              </a:lnSpc>
              <a:spcBef>
                <a:spcPts val="788"/>
              </a:spcBef>
              <a:spcAft>
                <a:spcPts val="0"/>
              </a:spcAft>
              <a:buNone/>
            </a:pPr>
            <a:r>
              <a:rPr lang="en-US" sz="1600" dirty="0">
                <a:solidFill>
                  <a:srgbClr val="000000"/>
                </a:solidFill>
                <a:latin typeface="Courier New"/>
                <a:ea typeface="Courier New"/>
                <a:cs typeface="Courier New"/>
                <a:sym typeface="Courier New"/>
              </a:rPr>
              <a:t>	  if (</a:t>
            </a:r>
            <a:r>
              <a:rPr lang="en-US" sz="1600" dirty="0" err="1">
                <a:solidFill>
                  <a:srgbClr val="000000"/>
                </a:solidFill>
                <a:latin typeface="Courier New"/>
                <a:ea typeface="Courier New"/>
                <a:cs typeface="Courier New"/>
                <a:sym typeface="Courier New"/>
              </a:rPr>
              <a:t>pid</a:t>
            </a:r>
            <a:r>
              <a:rPr lang="en-US" sz="1600" dirty="0">
                <a:solidFill>
                  <a:srgbClr val="000000"/>
                </a:solidFill>
                <a:latin typeface="Courier New"/>
                <a:ea typeface="Courier New"/>
                <a:cs typeface="Courier New"/>
                <a:sym typeface="Courier New"/>
              </a:rPr>
              <a:t> &gt; 0)</a:t>
            </a:r>
            <a:endParaRPr dirty="0"/>
          </a:p>
          <a:p>
            <a:pPr marL="11113" marR="0" lvl="0" indent="-11113" algn="l" rtl="0">
              <a:lnSpc>
                <a:spcPct val="80000"/>
              </a:lnSpc>
              <a:spcBef>
                <a:spcPts val="788"/>
              </a:spcBef>
              <a:spcAft>
                <a:spcPts val="0"/>
              </a:spcAft>
              <a:buNone/>
            </a:pPr>
            <a:r>
              <a:rPr lang="en-US" sz="1600" dirty="0">
                <a:solidFill>
                  <a:srgbClr val="000000"/>
                </a:solidFill>
                <a:latin typeface="Courier New"/>
                <a:ea typeface="Courier New"/>
                <a:cs typeface="Courier New"/>
                <a:sym typeface="Courier New"/>
              </a:rPr>
              <a:t>	  {</a:t>
            </a:r>
            <a:endParaRPr dirty="0"/>
          </a:p>
          <a:p>
            <a:pPr marL="11113" marR="0" lvl="0" indent="-11113" algn="l" rtl="0">
              <a:lnSpc>
                <a:spcPct val="80000"/>
              </a:lnSpc>
              <a:spcBef>
                <a:spcPts val="788"/>
              </a:spcBef>
              <a:spcAft>
                <a:spcPts val="0"/>
              </a:spcAft>
              <a:buNone/>
            </a:pPr>
            <a:r>
              <a:rPr lang="en-US" sz="1600" dirty="0">
                <a:solidFill>
                  <a:srgbClr val="000000"/>
                </a:solidFill>
                <a:latin typeface="Courier New"/>
                <a:ea typeface="Courier New"/>
                <a:cs typeface="Courier New"/>
                <a:sym typeface="Courier New"/>
              </a:rPr>
              <a:t>	     </a:t>
            </a:r>
            <a:r>
              <a:rPr lang="en-US" sz="1600" dirty="0" err="1">
                <a:solidFill>
                  <a:srgbClr val="000000"/>
                </a:solidFill>
                <a:latin typeface="Courier New"/>
                <a:ea typeface="Courier New"/>
                <a:cs typeface="Courier New"/>
                <a:sym typeface="Courier New"/>
              </a:rPr>
              <a:t>printf</a:t>
            </a:r>
            <a:r>
              <a:rPr lang="en-US" sz="1600" dirty="0">
                <a:solidFill>
                  <a:srgbClr val="000000"/>
                </a:solidFill>
                <a:latin typeface="Courier New"/>
                <a:ea typeface="Courier New"/>
                <a:cs typeface="Courier New"/>
                <a:sym typeface="Courier New"/>
              </a:rPr>
              <a:t>(“Tiến </a:t>
            </a:r>
            <a:r>
              <a:rPr lang="en-US" sz="1600" dirty="0" err="1">
                <a:solidFill>
                  <a:srgbClr val="000000"/>
                </a:solidFill>
                <a:latin typeface="Courier New"/>
                <a:ea typeface="Courier New"/>
                <a:cs typeface="Courier New"/>
                <a:sym typeface="Courier New"/>
              </a:rPr>
              <a:t>trình</a:t>
            </a:r>
            <a:r>
              <a:rPr lang="en-US" sz="1600" dirty="0">
                <a:solidFill>
                  <a:srgbClr val="000000"/>
                </a:solidFill>
                <a:latin typeface="Courier New"/>
                <a:ea typeface="Courier New"/>
                <a:cs typeface="Courier New"/>
                <a:sym typeface="Courier New"/>
              </a:rPr>
              <a:t> cha \n”);</a:t>
            </a:r>
            <a:endParaRPr dirty="0"/>
          </a:p>
          <a:p>
            <a:pPr marL="11113" marR="0" lvl="0" indent="-11113" algn="l" rtl="0">
              <a:lnSpc>
                <a:spcPct val="80000"/>
              </a:lnSpc>
              <a:spcBef>
                <a:spcPts val="788"/>
              </a:spcBef>
              <a:spcAft>
                <a:spcPts val="0"/>
              </a:spcAft>
              <a:buNone/>
            </a:pPr>
            <a:r>
              <a:rPr lang="en-US" sz="1600" dirty="0">
                <a:solidFill>
                  <a:srgbClr val="000000"/>
                </a:solidFill>
                <a:latin typeface="Courier New"/>
                <a:ea typeface="Courier New"/>
                <a:cs typeface="Courier New"/>
                <a:sym typeface="Courier New"/>
              </a:rPr>
              <a:t>	</a:t>
            </a:r>
            <a:r>
              <a:rPr lang="en-US" sz="1600" dirty="0">
                <a:latin typeface="Courier New"/>
                <a:ea typeface="Courier New"/>
                <a:cs typeface="Courier New"/>
                <a:sym typeface="Courier New"/>
              </a:rPr>
              <a:t>     </a:t>
            </a:r>
            <a:r>
              <a:rPr lang="en-US" sz="1600" dirty="0">
                <a:solidFill>
                  <a:srgbClr val="000000"/>
                </a:solidFill>
                <a:latin typeface="Courier New"/>
                <a:ea typeface="Courier New"/>
                <a:cs typeface="Courier New"/>
                <a:sym typeface="Courier New"/>
              </a:rPr>
              <a:t>fork();</a:t>
            </a:r>
            <a:endParaRPr dirty="0"/>
          </a:p>
          <a:p>
            <a:pPr marL="11113" marR="0" lvl="0" indent="-11113" algn="l" rtl="0">
              <a:lnSpc>
                <a:spcPct val="80000"/>
              </a:lnSpc>
              <a:spcBef>
                <a:spcPts val="788"/>
              </a:spcBef>
              <a:spcAft>
                <a:spcPts val="0"/>
              </a:spcAft>
              <a:buNone/>
            </a:pPr>
            <a:r>
              <a:rPr lang="en-US" sz="1600" dirty="0">
                <a:solidFill>
                  <a:srgbClr val="000000"/>
                </a:solidFill>
                <a:latin typeface="Courier New"/>
                <a:ea typeface="Courier New"/>
                <a:cs typeface="Courier New"/>
                <a:sym typeface="Courier New"/>
              </a:rPr>
              <a:t>	  } </a:t>
            </a:r>
            <a:endParaRPr dirty="0"/>
          </a:p>
          <a:p>
            <a:pPr marL="11113" marR="0" lvl="0" indent="-11113" algn="l" rtl="0">
              <a:lnSpc>
                <a:spcPct val="80000"/>
              </a:lnSpc>
              <a:spcBef>
                <a:spcPts val="788"/>
              </a:spcBef>
              <a:spcAft>
                <a:spcPts val="0"/>
              </a:spcAft>
              <a:buNone/>
            </a:pPr>
            <a:r>
              <a:rPr lang="en-US" sz="1600" dirty="0">
                <a:solidFill>
                  <a:srgbClr val="000000"/>
                </a:solidFill>
                <a:latin typeface="Courier New"/>
                <a:ea typeface="Courier New"/>
                <a:cs typeface="Courier New"/>
                <a:sym typeface="Courier New"/>
              </a:rPr>
              <a:t>	</a:t>
            </a:r>
            <a:endParaRPr dirty="0"/>
          </a:p>
        </p:txBody>
      </p:sp>
      <p:sp>
        <p:nvSpPr>
          <p:cNvPr id="982" name="Google Shape;982;p35"/>
          <p:cNvSpPr txBox="1"/>
          <p:nvPr/>
        </p:nvSpPr>
        <p:spPr>
          <a:xfrm>
            <a:off x="891822" y="1153320"/>
            <a:ext cx="4676280" cy="494751"/>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2400" b="1">
                <a:solidFill>
                  <a:schemeClr val="lt1"/>
                </a:solidFill>
                <a:latin typeface="Arial"/>
                <a:ea typeface="Arial"/>
                <a:cs typeface="Arial"/>
                <a:sym typeface="Arial"/>
              </a:rPr>
              <a:t>Ví dụ tạo process với fork() (tt)</a:t>
            </a:r>
            <a:endParaRPr sz="2400" b="1">
              <a:solidFill>
                <a:schemeClr val="lt1"/>
              </a:solidFill>
              <a:latin typeface="Arial"/>
              <a:ea typeface="Arial"/>
              <a:cs typeface="Arial"/>
              <a:sym typeface="Arial"/>
            </a:endParaRPr>
          </a:p>
        </p:txBody>
      </p:sp>
      <p:sp>
        <p:nvSpPr>
          <p:cNvPr id="983" name="Google Shape;983;p35"/>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5. Các tác vụ đối với tiến trình</a:t>
            </a:r>
            <a:endParaRPr/>
          </a:p>
        </p:txBody>
      </p:sp>
      <p:sp>
        <p:nvSpPr>
          <p:cNvPr id="984" name="Google Shape;984;p35"/>
          <p:cNvSpPr/>
          <p:nvPr/>
        </p:nvSpPr>
        <p:spPr>
          <a:xfrm>
            <a:off x="6570136" y="2189904"/>
            <a:ext cx="5424311" cy="3996407"/>
          </a:xfrm>
          <a:prstGeom prst="roundRect">
            <a:avLst>
              <a:gd name="adj" fmla="val 2582"/>
            </a:avLst>
          </a:prstGeom>
          <a:noFill/>
          <a:ln w="9525" cap="flat" cmpd="sng">
            <a:solidFill>
              <a:srgbClr val="0072FF"/>
            </a:solidFill>
            <a:prstDash val="solid"/>
            <a:miter lim="800000"/>
            <a:headEnd type="none" w="sm" len="sm"/>
            <a:tailEnd type="none" w="sm" len="sm"/>
          </a:ln>
        </p:spPr>
        <p:txBody>
          <a:bodyPr spcFirstLastPara="1" wrap="square" lIns="91425" tIns="45700" rIns="91425" bIns="45700" anchor="t" anchorCtr="0">
            <a:noAutofit/>
          </a:bodyPr>
          <a:lstStyle/>
          <a:p>
            <a:pPr marL="11113" marR="0" lvl="0" indent="-11113" algn="l" rtl="0">
              <a:lnSpc>
                <a:spcPct val="80000"/>
              </a:lnSpc>
              <a:spcBef>
                <a:spcPts val="0"/>
              </a:spcBef>
              <a:spcAft>
                <a:spcPts val="0"/>
              </a:spcAft>
              <a:buNone/>
            </a:pPr>
            <a:r>
              <a:rPr lang="en-US" sz="1600" dirty="0">
                <a:solidFill>
                  <a:srgbClr val="000000"/>
                </a:solidFill>
                <a:latin typeface="Courier New"/>
                <a:ea typeface="Courier New"/>
                <a:cs typeface="Courier New"/>
                <a:sym typeface="Courier New"/>
              </a:rPr>
              <a:t>	  else</a:t>
            </a:r>
            <a:endParaRPr dirty="0"/>
          </a:p>
          <a:p>
            <a:pPr marL="11113" marR="0" lvl="0" indent="-11113" algn="l" rtl="0">
              <a:lnSpc>
                <a:spcPct val="80000"/>
              </a:lnSpc>
              <a:spcBef>
                <a:spcPts val="788"/>
              </a:spcBef>
              <a:spcAft>
                <a:spcPts val="0"/>
              </a:spcAft>
              <a:buNone/>
            </a:pPr>
            <a:r>
              <a:rPr lang="en-US" sz="1600" dirty="0">
                <a:solidFill>
                  <a:srgbClr val="000000"/>
                </a:solidFill>
                <a:latin typeface="Courier New"/>
                <a:ea typeface="Courier New"/>
                <a:cs typeface="Courier New"/>
                <a:sym typeface="Courier New"/>
              </a:rPr>
              <a:t>	  {</a:t>
            </a:r>
            <a:endParaRPr dirty="0"/>
          </a:p>
          <a:p>
            <a:pPr marL="11113" marR="0" lvl="0" indent="-11113" algn="l" rtl="0">
              <a:lnSpc>
                <a:spcPct val="80000"/>
              </a:lnSpc>
              <a:spcBef>
                <a:spcPts val="788"/>
              </a:spcBef>
              <a:spcAft>
                <a:spcPts val="0"/>
              </a:spcAft>
              <a:buNone/>
            </a:pPr>
            <a:r>
              <a:rPr lang="en-US" sz="1600" dirty="0">
                <a:solidFill>
                  <a:srgbClr val="000000"/>
                </a:solidFill>
                <a:latin typeface="Courier New"/>
                <a:ea typeface="Courier New"/>
                <a:cs typeface="Courier New"/>
                <a:sym typeface="Courier New"/>
              </a:rPr>
              <a:t>	     </a:t>
            </a:r>
            <a:r>
              <a:rPr lang="en-US" sz="1600" dirty="0" err="1">
                <a:solidFill>
                  <a:srgbClr val="000000"/>
                </a:solidFill>
                <a:latin typeface="Courier New"/>
                <a:ea typeface="Courier New"/>
                <a:cs typeface="Courier New"/>
                <a:sym typeface="Courier New"/>
              </a:rPr>
              <a:t>printf</a:t>
            </a:r>
            <a:r>
              <a:rPr lang="en-US" sz="1600" dirty="0">
                <a:solidFill>
                  <a:srgbClr val="000000"/>
                </a:solidFill>
                <a:latin typeface="Courier New"/>
                <a:ea typeface="Courier New"/>
                <a:cs typeface="Courier New"/>
                <a:sym typeface="Courier New"/>
              </a:rPr>
              <a:t>(“SV </a:t>
            </a:r>
            <a:r>
              <a:rPr lang="en-US" sz="1600" dirty="0" err="1">
                <a:solidFill>
                  <a:srgbClr val="000000"/>
                </a:solidFill>
                <a:latin typeface="Courier New"/>
                <a:ea typeface="Courier New"/>
                <a:cs typeface="Courier New"/>
                <a:sym typeface="Courier New"/>
              </a:rPr>
              <a:t>tu</a:t>
            </a:r>
            <a:r>
              <a:rPr lang="en-US" sz="1600" dirty="0">
                <a:solidFill>
                  <a:srgbClr val="000000"/>
                </a:solidFill>
                <a:latin typeface="Courier New"/>
                <a:ea typeface="Courier New"/>
                <a:cs typeface="Courier New"/>
                <a:sym typeface="Courier New"/>
              </a:rPr>
              <a:t> </a:t>
            </a:r>
            <a:r>
              <a:rPr lang="en-US" sz="1600" dirty="0" err="1">
                <a:solidFill>
                  <a:srgbClr val="000000"/>
                </a:solidFill>
                <a:latin typeface="Courier New"/>
                <a:ea typeface="Courier New"/>
                <a:cs typeface="Courier New"/>
                <a:sym typeface="Courier New"/>
              </a:rPr>
              <a:t>giac</a:t>
            </a:r>
            <a:r>
              <a:rPr lang="en-US" sz="1600" dirty="0">
                <a:solidFill>
                  <a:srgbClr val="000000"/>
                </a:solidFill>
                <a:latin typeface="Courier New"/>
                <a:ea typeface="Courier New"/>
                <a:cs typeface="Courier New"/>
                <a:sym typeface="Courier New"/>
              </a:rPr>
              <a:t> </a:t>
            </a:r>
            <a:r>
              <a:rPr lang="en-US" sz="1600" dirty="0" err="1">
                <a:solidFill>
                  <a:srgbClr val="000000"/>
                </a:solidFill>
                <a:latin typeface="Courier New"/>
                <a:ea typeface="Courier New"/>
                <a:cs typeface="Courier New"/>
                <a:sym typeface="Courier New"/>
              </a:rPr>
              <a:t>trong</a:t>
            </a:r>
            <a:r>
              <a:rPr lang="en-US" sz="1600" dirty="0">
                <a:solidFill>
                  <a:srgbClr val="000000"/>
                </a:solidFill>
                <a:latin typeface="Courier New"/>
                <a:ea typeface="Courier New"/>
                <a:cs typeface="Courier New"/>
                <a:sym typeface="Courier New"/>
              </a:rPr>
              <a:t> kt \n”);</a:t>
            </a:r>
            <a:endParaRPr dirty="0"/>
          </a:p>
          <a:p>
            <a:pPr marL="11113" marR="0" lvl="0" indent="-11113" algn="l" rtl="0">
              <a:lnSpc>
                <a:spcPct val="80000"/>
              </a:lnSpc>
              <a:spcBef>
                <a:spcPts val="788"/>
              </a:spcBef>
              <a:spcAft>
                <a:spcPts val="0"/>
              </a:spcAft>
              <a:buNone/>
            </a:pPr>
            <a:r>
              <a:rPr lang="en-US" sz="1600" dirty="0">
                <a:solidFill>
                  <a:srgbClr val="000000"/>
                </a:solidFill>
                <a:latin typeface="Courier New"/>
                <a:ea typeface="Courier New"/>
                <a:cs typeface="Courier New"/>
                <a:sym typeface="Courier New"/>
              </a:rPr>
              <a:t>	     if(fork() = 0 ){</a:t>
            </a:r>
            <a:endParaRPr dirty="0"/>
          </a:p>
          <a:p>
            <a:pPr marL="11113" marR="0" lvl="0" indent="-11113" algn="l" rtl="0">
              <a:lnSpc>
                <a:spcPct val="80000"/>
              </a:lnSpc>
              <a:spcBef>
                <a:spcPts val="788"/>
              </a:spcBef>
              <a:spcAft>
                <a:spcPts val="0"/>
              </a:spcAft>
              <a:buNone/>
            </a:pPr>
            <a:r>
              <a:rPr lang="en-US" sz="1600" dirty="0">
                <a:solidFill>
                  <a:srgbClr val="000000"/>
                </a:solidFill>
                <a:latin typeface="Courier New"/>
                <a:ea typeface="Courier New"/>
                <a:cs typeface="Courier New"/>
                <a:sym typeface="Courier New"/>
              </a:rPr>
              <a:t>		</a:t>
            </a:r>
            <a:r>
              <a:rPr lang="en-US" sz="1600" dirty="0" err="1">
                <a:solidFill>
                  <a:srgbClr val="000000"/>
                </a:solidFill>
                <a:latin typeface="Courier New"/>
                <a:ea typeface="Courier New"/>
                <a:cs typeface="Courier New"/>
                <a:sym typeface="Courier New"/>
              </a:rPr>
              <a:t>printf</a:t>
            </a:r>
            <a:r>
              <a:rPr lang="en-US" sz="1600" dirty="0">
                <a:solidFill>
                  <a:srgbClr val="000000"/>
                </a:solidFill>
                <a:latin typeface="Courier New"/>
                <a:ea typeface="Courier New"/>
                <a:cs typeface="Courier New"/>
                <a:sym typeface="Courier New"/>
              </a:rPr>
              <a:t>("Tiến </a:t>
            </a:r>
            <a:r>
              <a:rPr lang="en-US" sz="1600" dirty="0" err="1">
                <a:solidFill>
                  <a:srgbClr val="000000"/>
                </a:solidFill>
                <a:latin typeface="Courier New"/>
                <a:ea typeface="Courier New"/>
                <a:cs typeface="Courier New"/>
                <a:sym typeface="Courier New"/>
              </a:rPr>
              <a:t>trình</a:t>
            </a:r>
            <a:r>
              <a:rPr lang="en-US" sz="1600" dirty="0">
                <a:solidFill>
                  <a:srgbClr val="000000"/>
                </a:solidFill>
                <a:latin typeface="Courier New"/>
                <a:ea typeface="Courier New"/>
                <a:cs typeface="Courier New"/>
                <a:sym typeface="Courier New"/>
              </a:rPr>
              <a:t> con </a:t>
            </a:r>
            <a:r>
              <a:rPr lang="en-US" sz="1600" dirty="0" err="1">
                <a:solidFill>
                  <a:srgbClr val="000000"/>
                </a:solidFill>
                <a:latin typeface="Courier New"/>
                <a:ea typeface="Courier New"/>
                <a:cs typeface="Courier New"/>
                <a:sym typeface="Courier New"/>
              </a:rPr>
              <a:t>mới</a:t>
            </a:r>
            <a:r>
              <a:rPr lang="en-US" sz="1600" dirty="0">
                <a:solidFill>
                  <a:srgbClr val="000000"/>
                </a:solidFill>
                <a:latin typeface="Courier New"/>
                <a:ea typeface="Courier New"/>
                <a:cs typeface="Courier New"/>
                <a:sym typeface="Courier New"/>
              </a:rPr>
              <a:t> \n"); </a:t>
            </a:r>
            <a:endParaRPr dirty="0"/>
          </a:p>
          <a:p>
            <a:pPr marL="11113" marR="0" lvl="0" indent="-11113" algn="l" rtl="0">
              <a:lnSpc>
                <a:spcPct val="80000"/>
              </a:lnSpc>
              <a:spcBef>
                <a:spcPts val="788"/>
              </a:spcBef>
              <a:spcAft>
                <a:spcPts val="0"/>
              </a:spcAft>
              <a:buNone/>
            </a:pPr>
            <a:r>
              <a:rPr lang="en-US" sz="1600" dirty="0">
                <a:solidFill>
                  <a:srgbClr val="000000"/>
                </a:solidFill>
                <a:latin typeface="Courier New"/>
                <a:ea typeface="Courier New"/>
                <a:cs typeface="Courier New"/>
                <a:sym typeface="Courier New"/>
              </a:rPr>
              <a:t>		fork();</a:t>
            </a:r>
            <a:endParaRPr dirty="0"/>
          </a:p>
          <a:p>
            <a:pPr marL="11113" marR="0" lvl="0" indent="-11113" algn="l" rtl="0">
              <a:lnSpc>
                <a:spcPct val="80000"/>
              </a:lnSpc>
              <a:spcBef>
                <a:spcPts val="788"/>
              </a:spcBef>
              <a:spcAft>
                <a:spcPts val="0"/>
              </a:spcAft>
              <a:buNone/>
            </a:pPr>
            <a:r>
              <a:rPr lang="en-US" sz="1600" dirty="0">
                <a:solidFill>
                  <a:srgbClr val="000000"/>
                </a:solidFill>
                <a:latin typeface="Courier New"/>
                <a:ea typeface="Courier New"/>
                <a:cs typeface="Courier New"/>
                <a:sym typeface="Courier New"/>
              </a:rPr>
              <a:t>	     }</a:t>
            </a:r>
            <a:endParaRPr dirty="0"/>
          </a:p>
          <a:p>
            <a:pPr marL="11113" marR="0" lvl="0" indent="-11113" algn="l" rtl="0">
              <a:lnSpc>
                <a:spcPct val="80000"/>
              </a:lnSpc>
              <a:spcBef>
                <a:spcPts val="788"/>
              </a:spcBef>
              <a:spcAft>
                <a:spcPts val="0"/>
              </a:spcAft>
              <a:buNone/>
            </a:pPr>
            <a:r>
              <a:rPr lang="en-US" sz="1600" dirty="0">
                <a:solidFill>
                  <a:srgbClr val="000000"/>
                </a:solidFill>
                <a:latin typeface="Courier New"/>
                <a:ea typeface="Courier New"/>
                <a:cs typeface="Courier New"/>
                <a:sym typeface="Courier New"/>
              </a:rPr>
              <a:t>	     else { </a:t>
            </a:r>
            <a:endParaRPr dirty="0"/>
          </a:p>
          <a:p>
            <a:pPr marL="11113" marR="0" lvl="0" indent="-11113" algn="l" rtl="0">
              <a:lnSpc>
                <a:spcPct val="80000"/>
              </a:lnSpc>
              <a:spcBef>
                <a:spcPts val="788"/>
              </a:spcBef>
              <a:spcAft>
                <a:spcPts val="0"/>
              </a:spcAft>
              <a:buNone/>
            </a:pPr>
            <a:r>
              <a:rPr lang="en-US" sz="1600" dirty="0">
                <a:solidFill>
                  <a:srgbClr val="000000"/>
                </a:solidFill>
                <a:latin typeface="Courier New"/>
                <a:ea typeface="Courier New"/>
                <a:cs typeface="Courier New"/>
                <a:sym typeface="Courier New"/>
              </a:rPr>
              <a:t>		</a:t>
            </a:r>
            <a:r>
              <a:rPr lang="en-US" sz="1600" dirty="0" err="1">
                <a:solidFill>
                  <a:srgbClr val="000000"/>
                </a:solidFill>
                <a:latin typeface="Courier New"/>
                <a:ea typeface="Courier New"/>
                <a:cs typeface="Courier New"/>
                <a:sym typeface="Courier New"/>
              </a:rPr>
              <a:t>printf</a:t>
            </a:r>
            <a:r>
              <a:rPr lang="en-US" sz="1600" dirty="0">
                <a:solidFill>
                  <a:srgbClr val="000000"/>
                </a:solidFill>
                <a:latin typeface="Courier New"/>
                <a:ea typeface="Courier New"/>
                <a:cs typeface="Courier New"/>
                <a:sym typeface="Courier New"/>
              </a:rPr>
              <a:t>("Tiến </a:t>
            </a:r>
            <a:r>
              <a:rPr lang="en-US" sz="1600" dirty="0" err="1">
                <a:solidFill>
                  <a:srgbClr val="000000"/>
                </a:solidFill>
                <a:latin typeface="Courier New"/>
                <a:ea typeface="Courier New"/>
                <a:cs typeface="Courier New"/>
                <a:sym typeface="Courier New"/>
              </a:rPr>
              <a:t>trình</a:t>
            </a:r>
            <a:r>
              <a:rPr lang="en-US" sz="1600" dirty="0">
                <a:solidFill>
                  <a:srgbClr val="000000"/>
                </a:solidFill>
                <a:latin typeface="Courier New"/>
                <a:ea typeface="Courier New"/>
                <a:cs typeface="Courier New"/>
                <a:sym typeface="Courier New"/>
              </a:rPr>
              <a:t> cha </a:t>
            </a:r>
            <a:r>
              <a:rPr lang="en-US" sz="1600" dirty="0" err="1">
                <a:solidFill>
                  <a:srgbClr val="000000"/>
                </a:solidFill>
                <a:latin typeface="Courier New"/>
                <a:ea typeface="Courier New"/>
                <a:cs typeface="Courier New"/>
                <a:sym typeface="Courier New"/>
              </a:rPr>
              <a:t>mới</a:t>
            </a:r>
            <a:r>
              <a:rPr lang="en-US" sz="1600" dirty="0">
                <a:solidFill>
                  <a:srgbClr val="000000"/>
                </a:solidFill>
                <a:latin typeface="Courier New"/>
                <a:ea typeface="Courier New"/>
                <a:cs typeface="Courier New"/>
                <a:sym typeface="Courier New"/>
              </a:rPr>
              <a:t> \n");</a:t>
            </a:r>
          </a:p>
          <a:p>
            <a:pPr marL="11113" marR="0" lvl="0" indent="-11113" algn="l" rtl="0">
              <a:lnSpc>
                <a:spcPct val="80000"/>
              </a:lnSpc>
              <a:spcBef>
                <a:spcPts val="788"/>
              </a:spcBef>
              <a:spcAft>
                <a:spcPts val="0"/>
              </a:spcAft>
              <a:buNone/>
            </a:pPr>
            <a:r>
              <a:rPr lang="en-US" sz="1600" dirty="0">
                <a:solidFill>
                  <a:srgbClr val="000000"/>
                </a:solidFill>
                <a:latin typeface="Courier New"/>
                <a:ea typeface="Courier New"/>
                <a:cs typeface="Courier New"/>
                <a:sym typeface="Courier New"/>
              </a:rPr>
              <a:t>     }</a:t>
            </a:r>
          </a:p>
          <a:p>
            <a:pPr marL="11113" marR="0" lvl="0" indent="-11113" algn="l" rtl="0">
              <a:lnSpc>
                <a:spcPct val="80000"/>
              </a:lnSpc>
              <a:spcBef>
                <a:spcPts val="788"/>
              </a:spcBef>
              <a:spcAft>
                <a:spcPts val="0"/>
              </a:spcAft>
              <a:buNone/>
            </a:pPr>
            <a:r>
              <a:rPr lang="en-US" sz="1600" dirty="0">
                <a:solidFill>
                  <a:srgbClr val="000000"/>
                </a:solidFill>
                <a:latin typeface="Courier New"/>
                <a:ea typeface="Courier New"/>
                <a:cs typeface="Courier New"/>
                <a:sym typeface="Courier New"/>
              </a:rPr>
              <a:t>	</a:t>
            </a:r>
            <a:r>
              <a:rPr lang="en-US" sz="1600" dirty="0">
                <a:latin typeface="Courier New"/>
                <a:ea typeface="Courier New"/>
                <a:cs typeface="Courier New"/>
                <a:sym typeface="Courier New"/>
              </a:rPr>
              <a:t>     </a:t>
            </a:r>
            <a:r>
              <a:rPr lang="en-US" sz="1600" dirty="0" err="1">
                <a:solidFill>
                  <a:srgbClr val="000000"/>
                </a:solidFill>
                <a:latin typeface="Courier New"/>
                <a:ea typeface="Courier New"/>
                <a:cs typeface="Courier New"/>
                <a:sym typeface="Courier New"/>
              </a:rPr>
              <a:t>printf</a:t>
            </a:r>
            <a:r>
              <a:rPr lang="en-US" sz="1600" dirty="0">
                <a:solidFill>
                  <a:srgbClr val="000000"/>
                </a:solidFill>
                <a:latin typeface="Courier New"/>
                <a:ea typeface="Courier New"/>
                <a:cs typeface="Courier New"/>
                <a:sym typeface="Courier New"/>
              </a:rPr>
              <a:t>("Tiến </a:t>
            </a:r>
            <a:r>
              <a:rPr lang="en-US" sz="1600" dirty="0" err="1">
                <a:solidFill>
                  <a:srgbClr val="000000"/>
                </a:solidFill>
                <a:latin typeface="Courier New"/>
                <a:ea typeface="Courier New"/>
                <a:cs typeface="Courier New"/>
                <a:sym typeface="Courier New"/>
              </a:rPr>
              <a:t>trình</a:t>
            </a:r>
            <a:r>
              <a:rPr lang="en-US" sz="1600" dirty="0">
                <a:solidFill>
                  <a:srgbClr val="000000"/>
                </a:solidFill>
                <a:latin typeface="Courier New"/>
                <a:ea typeface="Courier New"/>
                <a:cs typeface="Courier New"/>
                <a:sym typeface="Courier New"/>
              </a:rPr>
              <a:t> IT007 </a:t>
            </a:r>
            <a:r>
              <a:rPr lang="en-US" sz="1600" dirty="0" err="1">
                <a:solidFill>
                  <a:srgbClr val="000000"/>
                </a:solidFill>
                <a:latin typeface="Courier New"/>
                <a:ea typeface="Courier New"/>
                <a:cs typeface="Courier New"/>
                <a:sym typeface="Courier New"/>
              </a:rPr>
              <a:t>mới</a:t>
            </a:r>
            <a:r>
              <a:rPr lang="en-US" sz="1600" dirty="0">
                <a:solidFill>
                  <a:srgbClr val="000000"/>
                </a:solidFill>
                <a:latin typeface="Courier New"/>
                <a:ea typeface="Courier New"/>
                <a:cs typeface="Courier New"/>
                <a:sym typeface="Courier New"/>
              </a:rPr>
              <a:t> \n");</a:t>
            </a:r>
            <a:endParaRPr dirty="0"/>
          </a:p>
          <a:p>
            <a:pPr marL="11113" marR="0" lvl="0" indent="-11113" algn="l" rtl="0">
              <a:lnSpc>
                <a:spcPct val="80000"/>
              </a:lnSpc>
              <a:spcBef>
                <a:spcPts val="788"/>
              </a:spcBef>
              <a:spcAft>
                <a:spcPts val="0"/>
              </a:spcAft>
              <a:buNone/>
            </a:pPr>
            <a:r>
              <a:rPr lang="en-US" sz="1600" dirty="0">
                <a:solidFill>
                  <a:srgbClr val="000000"/>
                </a:solidFill>
                <a:latin typeface="Courier New"/>
                <a:ea typeface="Courier New"/>
                <a:cs typeface="Courier New"/>
                <a:sym typeface="Courier New"/>
              </a:rPr>
              <a:t>	   }</a:t>
            </a:r>
            <a:endParaRPr dirty="0"/>
          </a:p>
          <a:p>
            <a:pPr marL="11113" marR="0" lvl="0" indent="-11113" algn="l" rtl="0">
              <a:lnSpc>
                <a:spcPct val="80000"/>
              </a:lnSpc>
              <a:spcBef>
                <a:spcPts val="788"/>
              </a:spcBef>
              <a:spcAft>
                <a:spcPts val="0"/>
              </a:spcAft>
              <a:buNone/>
            </a:pPr>
            <a:r>
              <a:rPr lang="en-US" sz="1600" dirty="0">
                <a:solidFill>
                  <a:srgbClr val="000000"/>
                </a:solidFill>
                <a:latin typeface="Courier New"/>
                <a:ea typeface="Courier New"/>
                <a:cs typeface="Courier New"/>
                <a:sym typeface="Courier New"/>
              </a:rPr>
              <a:t>}</a:t>
            </a: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88"/>
        <p:cNvGrpSpPr/>
        <p:nvPr/>
      </p:nvGrpSpPr>
      <p:grpSpPr>
        <a:xfrm>
          <a:off x="0" y="0"/>
          <a:ext cx="0" cy="0"/>
          <a:chOff x="0" y="0"/>
          <a:chExt cx="0" cy="0"/>
        </a:xfrm>
      </p:grpSpPr>
      <p:sp>
        <p:nvSpPr>
          <p:cNvPr id="989" name="Google Shape;989;p36"/>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990" name="Google Shape;990;p36"/>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36</a:t>
            </a:fld>
            <a:endParaRPr/>
          </a:p>
        </p:txBody>
      </p:sp>
      <p:sp>
        <p:nvSpPr>
          <p:cNvPr id="991" name="Google Shape;991;p36"/>
          <p:cNvSpPr/>
          <p:nvPr/>
        </p:nvSpPr>
        <p:spPr>
          <a:xfrm>
            <a:off x="8053886" y="607588"/>
            <a:ext cx="3968776" cy="5269012"/>
          </a:xfrm>
          <a:prstGeom prst="roundRect">
            <a:avLst>
              <a:gd name="adj" fmla="val 1876"/>
            </a:avLst>
          </a:prstGeom>
          <a:noFill/>
          <a:ln w="9525" cap="flat" cmpd="sng">
            <a:solidFill>
              <a:srgbClr val="0072FF"/>
            </a:solidFill>
            <a:prstDash val="solid"/>
            <a:miter lim="800000"/>
            <a:headEnd type="none" w="sm" len="sm"/>
            <a:tailEnd type="none" w="sm" len="sm"/>
          </a:ln>
        </p:spPr>
        <p:txBody>
          <a:bodyPr spcFirstLastPara="1" wrap="square" lIns="91425" tIns="45700" rIns="91425" bIns="45700" anchor="t" anchorCtr="0">
            <a:noAutofit/>
          </a:bodyPr>
          <a:lstStyle/>
          <a:p>
            <a:pPr marL="342900" marR="0" lvl="0" indent="-342900" algn="l" rtl="0">
              <a:lnSpc>
                <a:spcPct val="80000"/>
              </a:lnSpc>
              <a:spcBef>
                <a:spcPts val="0"/>
              </a:spcBef>
              <a:spcAft>
                <a:spcPts val="0"/>
              </a:spcAft>
              <a:buNone/>
            </a:pPr>
            <a:r>
              <a:rPr lang="en-US" sz="1100" b="1">
                <a:solidFill>
                  <a:srgbClr val="000000"/>
                </a:solidFill>
                <a:latin typeface="Courier New"/>
                <a:ea typeface="Courier New"/>
                <a:cs typeface="Courier New"/>
                <a:sym typeface="Courier New"/>
              </a:rPr>
              <a:t>int main (int argc, char **argv)</a:t>
            </a:r>
            <a:endParaRPr/>
          </a:p>
          <a:p>
            <a:pPr marL="342900" marR="0" lvl="0" indent="-342900" algn="l" rtl="0">
              <a:lnSpc>
                <a:spcPct val="80000"/>
              </a:lnSpc>
              <a:spcBef>
                <a:spcPts val="788"/>
              </a:spcBef>
              <a:spcAft>
                <a:spcPts val="0"/>
              </a:spcAft>
              <a:buNone/>
            </a:pPr>
            <a:r>
              <a:rPr lang="en-US" sz="1100" b="1">
                <a:solidFill>
                  <a:srgbClr val="000000"/>
                </a:solidFill>
                <a:latin typeface="Courier New"/>
                <a:ea typeface="Courier New"/>
                <a:cs typeface="Courier New"/>
                <a:sym typeface="Courier New"/>
              </a:rPr>
              <a:t>{</a:t>
            </a:r>
            <a:endParaRPr/>
          </a:p>
          <a:p>
            <a:pPr marL="342900" marR="0" lvl="0" indent="-342900" algn="l" rtl="0">
              <a:lnSpc>
                <a:spcPct val="80000"/>
              </a:lnSpc>
              <a:spcBef>
                <a:spcPts val="788"/>
              </a:spcBef>
              <a:spcAft>
                <a:spcPts val="0"/>
              </a:spcAft>
              <a:buNone/>
            </a:pPr>
            <a:r>
              <a:rPr lang="en-US" sz="1100" b="1">
                <a:solidFill>
                  <a:srgbClr val="000000"/>
                </a:solidFill>
                <a:latin typeface="Courier New"/>
                <a:ea typeface="Courier New"/>
                <a:cs typeface="Courier New"/>
                <a:sym typeface="Courier New"/>
              </a:rPr>
              <a:t>	int pid;</a:t>
            </a:r>
            <a:endParaRPr/>
          </a:p>
          <a:p>
            <a:pPr marL="342900" marR="0" lvl="0" indent="-342900" algn="l" rtl="0">
              <a:lnSpc>
                <a:spcPct val="80000"/>
              </a:lnSpc>
              <a:spcBef>
                <a:spcPts val="788"/>
              </a:spcBef>
              <a:spcAft>
                <a:spcPts val="0"/>
              </a:spcAft>
              <a:buNone/>
            </a:pPr>
            <a:r>
              <a:rPr lang="en-US" sz="1100" b="1">
                <a:solidFill>
                  <a:srgbClr val="000000"/>
                </a:solidFill>
                <a:latin typeface="Courier New"/>
                <a:ea typeface="Courier New"/>
                <a:cs typeface="Courier New"/>
                <a:sym typeface="Courier New"/>
              </a:rPr>
              <a:t>	printf(“Toi la sinh vien lop IT007.K22 \n”);</a:t>
            </a:r>
            <a:endParaRPr/>
          </a:p>
          <a:p>
            <a:pPr marL="342900" marR="0" lvl="0" indent="-342900" algn="l" rtl="0">
              <a:lnSpc>
                <a:spcPct val="80000"/>
              </a:lnSpc>
              <a:spcBef>
                <a:spcPts val="788"/>
              </a:spcBef>
              <a:spcAft>
                <a:spcPts val="0"/>
              </a:spcAft>
              <a:buNone/>
            </a:pPr>
            <a:r>
              <a:rPr lang="en-US" sz="1100" b="1">
                <a:solidFill>
                  <a:srgbClr val="000000"/>
                </a:solidFill>
                <a:latin typeface="Courier New"/>
                <a:ea typeface="Courier New"/>
                <a:cs typeface="Courier New"/>
                <a:sym typeface="Courier New"/>
              </a:rPr>
              <a:t>	pid = fork();</a:t>
            </a:r>
            <a:endParaRPr/>
          </a:p>
          <a:p>
            <a:pPr marL="342900" marR="0" lvl="0" indent="-342900" algn="l" rtl="0">
              <a:lnSpc>
                <a:spcPct val="80000"/>
              </a:lnSpc>
              <a:spcBef>
                <a:spcPts val="788"/>
              </a:spcBef>
              <a:spcAft>
                <a:spcPts val="0"/>
              </a:spcAft>
              <a:buNone/>
            </a:pPr>
            <a:r>
              <a:rPr lang="en-US" sz="1100" b="1">
                <a:solidFill>
                  <a:srgbClr val="000000"/>
                </a:solidFill>
                <a:latin typeface="Courier New"/>
                <a:ea typeface="Courier New"/>
                <a:cs typeface="Courier New"/>
                <a:sym typeface="Courier New"/>
              </a:rPr>
              <a:t>	if (pid &gt; 0)</a:t>
            </a:r>
            <a:endParaRPr/>
          </a:p>
          <a:p>
            <a:pPr marL="342900" marR="0" lvl="0" indent="-342900" algn="l" rtl="0">
              <a:lnSpc>
                <a:spcPct val="80000"/>
              </a:lnSpc>
              <a:spcBef>
                <a:spcPts val="788"/>
              </a:spcBef>
              <a:spcAft>
                <a:spcPts val="0"/>
              </a:spcAft>
              <a:buNone/>
            </a:pPr>
            <a:r>
              <a:rPr lang="en-US" sz="1100" b="1">
                <a:solidFill>
                  <a:srgbClr val="000000"/>
                </a:solidFill>
                <a:latin typeface="Courier New"/>
                <a:ea typeface="Courier New"/>
                <a:cs typeface="Courier New"/>
                <a:sym typeface="Courier New"/>
              </a:rPr>
              <a:t>	{</a:t>
            </a:r>
            <a:endParaRPr/>
          </a:p>
          <a:p>
            <a:pPr marL="342900" marR="0" lvl="0" indent="-342900" algn="l" rtl="0">
              <a:lnSpc>
                <a:spcPct val="80000"/>
              </a:lnSpc>
              <a:spcBef>
                <a:spcPts val="788"/>
              </a:spcBef>
              <a:spcAft>
                <a:spcPts val="0"/>
              </a:spcAft>
              <a:buNone/>
            </a:pPr>
            <a:r>
              <a:rPr lang="en-US" sz="1100" b="1">
                <a:solidFill>
                  <a:srgbClr val="000000"/>
                </a:solidFill>
                <a:latin typeface="Courier New"/>
                <a:ea typeface="Courier New"/>
                <a:cs typeface="Courier New"/>
                <a:sym typeface="Courier New"/>
              </a:rPr>
              <a:t>		printf(“Tiến trình cha \n”);</a:t>
            </a:r>
            <a:endParaRPr/>
          </a:p>
          <a:p>
            <a:pPr marL="342900" marR="0" lvl="0" indent="-342900" algn="l" rtl="0">
              <a:lnSpc>
                <a:spcPct val="80000"/>
              </a:lnSpc>
              <a:spcBef>
                <a:spcPts val="788"/>
              </a:spcBef>
              <a:spcAft>
                <a:spcPts val="0"/>
              </a:spcAft>
              <a:buNone/>
            </a:pPr>
            <a:r>
              <a:rPr lang="en-US" sz="1100" b="1">
                <a:solidFill>
                  <a:srgbClr val="000000"/>
                </a:solidFill>
                <a:latin typeface="Courier New"/>
                <a:ea typeface="Courier New"/>
                <a:cs typeface="Courier New"/>
                <a:sym typeface="Courier New"/>
              </a:rPr>
              <a:t>		fork();</a:t>
            </a:r>
            <a:endParaRPr/>
          </a:p>
          <a:p>
            <a:pPr marL="342900" marR="0" lvl="0" indent="-342900" algn="l" rtl="0">
              <a:lnSpc>
                <a:spcPct val="80000"/>
              </a:lnSpc>
              <a:spcBef>
                <a:spcPts val="788"/>
              </a:spcBef>
              <a:spcAft>
                <a:spcPts val="0"/>
              </a:spcAft>
              <a:buNone/>
            </a:pPr>
            <a:r>
              <a:rPr lang="en-US" sz="1100" b="1">
                <a:solidFill>
                  <a:srgbClr val="000000"/>
                </a:solidFill>
                <a:latin typeface="Courier New"/>
                <a:ea typeface="Courier New"/>
                <a:cs typeface="Courier New"/>
                <a:sym typeface="Courier New"/>
              </a:rPr>
              <a:t>	} </a:t>
            </a:r>
            <a:endParaRPr/>
          </a:p>
          <a:p>
            <a:pPr marL="342900" marR="0" lvl="0" indent="-342900" algn="l" rtl="0">
              <a:lnSpc>
                <a:spcPct val="80000"/>
              </a:lnSpc>
              <a:spcBef>
                <a:spcPts val="788"/>
              </a:spcBef>
              <a:spcAft>
                <a:spcPts val="0"/>
              </a:spcAft>
              <a:buNone/>
            </a:pPr>
            <a:r>
              <a:rPr lang="en-US" sz="1100" b="1">
                <a:solidFill>
                  <a:srgbClr val="000000"/>
                </a:solidFill>
                <a:latin typeface="Courier New"/>
                <a:ea typeface="Courier New"/>
                <a:cs typeface="Courier New"/>
                <a:sym typeface="Courier New"/>
              </a:rPr>
              <a:t>	else</a:t>
            </a:r>
            <a:endParaRPr/>
          </a:p>
          <a:p>
            <a:pPr marL="342900" marR="0" lvl="0" indent="-342900" algn="l" rtl="0">
              <a:lnSpc>
                <a:spcPct val="80000"/>
              </a:lnSpc>
              <a:spcBef>
                <a:spcPts val="788"/>
              </a:spcBef>
              <a:spcAft>
                <a:spcPts val="0"/>
              </a:spcAft>
              <a:buNone/>
            </a:pPr>
            <a:r>
              <a:rPr lang="en-US" sz="1100" b="1">
                <a:solidFill>
                  <a:srgbClr val="000000"/>
                </a:solidFill>
                <a:latin typeface="Courier New"/>
                <a:ea typeface="Courier New"/>
                <a:cs typeface="Courier New"/>
                <a:sym typeface="Courier New"/>
              </a:rPr>
              <a:t>	{</a:t>
            </a:r>
            <a:endParaRPr/>
          </a:p>
          <a:p>
            <a:pPr marL="342900" marR="0" lvl="0" indent="-342900" algn="l" rtl="0">
              <a:lnSpc>
                <a:spcPct val="80000"/>
              </a:lnSpc>
              <a:spcBef>
                <a:spcPts val="788"/>
              </a:spcBef>
              <a:spcAft>
                <a:spcPts val="0"/>
              </a:spcAft>
              <a:buNone/>
            </a:pPr>
            <a:r>
              <a:rPr lang="en-US" sz="1100" b="1">
                <a:solidFill>
                  <a:srgbClr val="000000"/>
                </a:solidFill>
                <a:latin typeface="Courier New"/>
                <a:ea typeface="Courier New"/>
                <a:cs typeface="Courier New"/>
                <a:sym typeface="Courier New"/>
              </a:rPr>
              <a:t>	    printf(“Sinh vien tu giac trong kiem ta \n”);</a:t>
            </a:r>
            <a:endParaRPr/>
          </a:p>
          <a:p>
            <a:pPr marL="342900" marR="0" lvl="0" indent="-342900" algn="l" rtl="0">
              <a:lnSpc>
                <a:spcPct val="80000"/>
              </a:lnSpc>
              <a:spcBef>
                <a:spcPts val="788"/>
              </a:spcBef>
              <a:spcAft>
                <a:spcPts val="0"/>
              </a:spcAft>
              <a:buNone/>
            </a:pPr>
            <a:r>
              <a:rPr lang="en-US" sz="1100" b="1">
                <a:solidFill>
                  <a:srgbClr val="000000"/>
                </a:solidFill>
                <a:latin typeface="Courier New"/>
                <a:ea typeface="Courier New"/>
                <a:cs typeface="Courier New"/>
                <a:sym typeface="Courier New"/>
              </a:rPr>
              <a:t>	    if(fork() = 0 ){</a:t>
            </a:r>
            <a:endParaRPr/>
          </a:p>
          <a:p>
            <a:pPr marL="342900" marR="0" lvl="0" indent="-342900" algn="l" rtl="0">
              <a:lnSpc>
                <a:spcPct val="80000"/>
              </a:lnSpc>
              <a:spcBef>
                <a:spcPts val="788"/>
              </a:spcBef>
              <a:spcAft>
                <a:spcPts val="0"/>
              </a:spcAft>
              <a:buNone/>
            </a:pPr>
            <a:r>
              <a:rPr lang="en-US" sz="1100" b="1">
                <a:solidFill>
                  <a:srgbClr val="000000"/>
                </a:solidFill>
                <a:latin typeface="Courier New"/>
                <a:ea typeface="Courier New"/>
                <a:cs typeface="Courier New"/>
                <a:sym typeface="Courier New"/>
              </a:rPr>
              <a:t>		printf("Tiến trình con mới \n"); </a:t>
            </a:r>
            <a:endParaRPr/>
          </a:p>
          <a:p>
            <a:pPr marL="342900" marR="0" lvl="0" indent="-342900" algn="l" rtl="0">
              <a:lnSpc>
                <a:spcPct val="80000"/>
              </a:lnSpc>
              <a:spcBef>
                <a:spcPts val="788"/>
              </a:spcBef>
              <a:spcAft>
                <a:spcPts val="0"/>
              </a:spcAft>
              <a:buNone/>
            </a:pPr>
            <a:r>
              <a:rPr lang="en-US" sz="1100" b="1">
                <a:solidFill>
                  <a:srgbClr val="000000"/>
                </a:solidFill>
                <a:latin typeface="Courier New"/>
                <a:ea typeface="Courier New"/>
                <a:cs typeface="Courier New"/>
                <a:sym typeface="Courier New"/>
              </a:rPr>
              <a:t>		fork();}</a:t>
            </a:r>
            <a:endParaRPr/>
          </a:p>
          <a:p>
            <a:pPr marL="342900" marR="0" lvl="0" indent="-342900" algn="l" rtl="0">
              <a:lnSpc>
                <a:spcPct val="80000"/>
              </a:lnSpc>
              <a:spcBef>
                <a:spcPts val="788"/>
              </a:spcBef>
              <a:spcAft>
                <a:spcPts val="0"/>
              </a:spcAft>
              <a:buNone/>
            </a:pPr>
            <a:r>
              <a:rPr lang="en-US" sz="1100" b="1">
                <a:solidFill>
                  <a:srgbClr val="000000"/>
                </a:solidFill>
                <a:latin typeface="Courier New"/>
                <a:ea typeface="Courier New"/>
                <a:cs typeface="Courier New"/>
                <a:sym typeface="Courier New"/>
              </a:rPr>
              <a:t>	    else </a:t>
            </a:r>
            <a:endParaRPr/>
          </a:p>
          <a:p>
            <a:pPr marL="342900" marR="0" lvl="0" indent="-342900" algn="l" rtl="0">
              <a:lnSpc>
                <a:spcPct val="80000"/>
              </a:lnSpc>
              <a:spcBef>
                <a:spcPts val="788"/>
              </a:spcBef>
              <a:spcAft>
                <a:spcPts val="0"/>
              </a:spcAft>
              <a:buNone/>
            </a:pPr>
            <a:r>
              <a:rPr lang="en-US" sz="1100" b="1">
                <a:solidFill>
                  <a:srgbClr val="000000"/>
                </a:solidFill>
                <a:latin typeface="Courier New"/>
                <a:ea typeface="Courier New"/>
                <a:cs typeface="Courier New"/>
                <a:sym typeface="Courier New"/>
              </a:rPr>
              <a:t>		printf("Tiến trình cha mới \n");</a:t>
            </a:r>
            <a:endParaRPr/>
          </a:p>
          <a:p>
            <a:pPr marL="342900" marR="0" lvl="0" indent="-342900" algn="l" rtl="0">
              <a:lnSpc>
                <a:spcPct val="80000"/>
              </a:lnSpc>
              <a:spcBef>
                <a:spcPts val="788"/>
              </a:spcBef>
              <a:spcAft>
                <a:spcPts val="0"/>
              </a:spcAft>
              <a:buNone/>
            </a:pPr>
            <a:r>
              <a:rPr lang="en-US" sz="1100" b="1">
                <a:solidFill>
                  <a:srgbClr val="000000"/>
                </a:solidFill>
                <a:latin typeface="Courier New"/>
                <a:ea typeface="Courier New"/>
                <a:cs typeface="Courier New"/>
                <a:sym typeface="Courier New"/>
              </a:rPr>
              <a:t>		printf("Tiến trình K22 mới \n");</a:t>
            </a:r>
            <a:endParaRPr/>
          </a:p>
          <a:p>
            <a:pPr marL="342900" marR="0" lvl="0" indent="-342900" algn="l" rtl="0">
              <a:lnSpc>
                <a:spcPct val="80000"/>
              </a:lnSpc>
              <a:spcBef>
                <a:spcPts val="788"/>
              </a:spcBef>
              <a:spcAft>
                <a:spcPts val="0"/>
              </a:spcAft>
              <a:buNone/>
            </a:pPr>
            <a:r>
              <a:rPr lang="en-US" sz="1100" b="1">
                <a:solidFill>
                  <a:srgbClr val="000000"/>
                </a:solidFill>
                <a:latin typeface="Courier New"/>
                <a:ea typeface="Courier New"/>
                <a:cs typeface="Courier New"/>
                <a:sym typeface="Courier New"/>
              </a:rPr>
              <a:t>	}</a:t>
            </a:r>
            <a:endParaRPr/>
          </a:p>
          <a:p>
            <a:pPr marL="342900" marR="0" lvl="0" indent="-342900" algn="l" rtl="0">
              <a:lnSpc>
                <a:spcPct val="80000"/>
              </a:lnSpc>
              <a:spcBef>
                <a:spcPts val="788"/>
              </a:spcBef>
              <a:spcAft>
                <a:spcPts val="0"/>
              </a:spcAft>
              <a:buNone/>
            </a:pPr>
            <a:r>
              <a:rPr lang="en-US" sz="1100" b="1">
                <a:solidFill>
                  <a:srgbClr val="000000"/>
                </a:solidFill>
                <a:latin typeface="Courier New"/>
                <a:ea typeface="Courier New"/>
                <a:cs typeface="Courier New"/>
                <a:sym typeface="Courier New"/>
              </a:rPr>
              <a:t>}</a:t>
            </a:r>
            <a:endParaRPr/>
          </a:p>
        </p:txBody>
      </p:sp>
      <p:sp>
        <p:nvSpPr>
          <p:cNvPr id="992" name="Google Shape;992;p36"/>
          <p:cNvSpPr/>
          <p:nvPr/>
        </p:nvSpPr>
        <p:spPr>
          <a:xfrm>
            <a:off x="929626" y="2377690"/>
            <a:ext cx="3454538" cy="3810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Arial"/>
                <a:ea typeface="Arial"/>
                <a:cs typeface="Arial"/>
                <a:sym typeface="Arial"/>
              </a:rPr>
              <a:t>Toi la sinh vien lop IT007</a:t>
            </a:r>
            <a:endParaRPr sz="1600">
              <a:solidFill>
                <a:schemeClr val="dk1"/>
              </a:solidFill>
              <a:latin typeface="Arial"/>
              <a:ea typeface="Arial"/>
              <a:cs typeface="Arial"/>
              <a:sym typeface="Arial"/>
            </a:endParaRPr>
          </a:p>
        </p:txBody>
      </p:sp>
      <p:sp>
        <p:nvSpPr>
          <p:cNvPr id="993" name="Google Shape;993;p36"/>
          <p:cNvSpPr/>
          <p:nvPr/>
        </p:nvSpPr>
        <p:spPr>
          <a:xfrm>
            <a:off x="2275895" y="1646549"/>
            <a:ext cx="762000" cy="402272"/>
          </a:xfrm>
          <a:prstGeom prst="ellipse">
            <a:avLst/>
          </a:prstGeom>
          <a:gradFill>
            <a:gsLst>
              <a:gs pos="0">
                <a:srgbClr val="EE8383"/>
              </a:gs>
              <a:gs pos="50000">
                <a:srgbClr val="F2696A"/>
              </a:gs>
              <a:gs pos="100000">
                <a:srgbClr val="DC5555"/>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P0</a:t>
            </a:r>
            <a:endParaRPr/>
          </a:p>
        </p:txBody>
      </p:sp>
      <p:cxnSp>
        <p:nvCxnSpPr>
          <p:cNvPr id="994" name="Google Shape;994;p36"/>
          <p:cNvCxnSpPr>
            <a:stCxn id="993" idx="4"/>
            <a:endCxn id="992" idx="0"/>
          </p:cNvCxnSpPr>
          <p:nvPr/>
        </p:nvCxnSpPr>
        <p:spPr>
          <a:xfrm>
            <a:off x="2656895" y="2048821"/>
            <a:ext cx="0" cy="328800"/>
          </a:xfrm>
          <a:prstGeom prst="straightConnector1">
            <a:avLst/>
          </a:prstGeom>
          <a:noFill/>
          <a:ln w="25400" cap="flat" cmpd="sng">
            <a:solidFill>
              <a:schemeClr val="dk1"/>
            </a:solidFill>
            <a:prstDash val="solid"/>
            <a:miter lim="800000"/>
            <a:headEnd type="none" w="sm" len="sm"/>
            <a:tailEnd type="triangle" w="med" len="med"/>
          </a:ln>
        </p:spPr>
      </p:cxnSp>
      <p:sp>
        <p:nvSpPr>
          <p:cNvPr id="995" name="Google Shape;995;p36"/>
          <p:cNvSpPr/>
          <p:nvPr/>
        </p:nvSpPr>
        <p:spPr>
          <a:xfrm>
            <a:off x="2275895" y="3087560"/>
            <a:ext cx="762000" cy="402272"/>
          </a:xfrm>
          <a:prstGeom prst="ellipse">
            <a:avLst/>
          </a:prstGeom>
          <a:gradFill>
            <a:gsLst>
              <a:gs pos="0">
                <a:srgbClr val="EE8383"/>
              </a:gs>
              <a:gs pos="50000">
                <a:srgbClr val="F2696A"/>
              </a:gs>
              <a:gs pos="100000">
                <a:srgbClr val="DC5555"/>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P0</a:t>
            </a:r>
            <a:endParaRPr/>
          </a:p>
        </p:txBody>
      </p:sp>
      <p:sp>
        <p:nvSpPr>
          <p:cNvPr id="996" name="Google Shape;996;p36"/>
          <p:cNvSpPr/>
          <p:nvPr/>
        </p:nvSpPr>
        <p:spPr>
          <a:xfrm>
            <a:off x="4900620" y="3088107"/>
            <a:ext cx="762000" cy="402272"/>
          </a:xfrm>
          <a:prstGeom prst="ellipse">
            <a:avLst/>
          </a:prstGeom>
          <a:gradFill>
            <a:gsLst>
              <a:gs pos="0">
                <a:srgbClr val="EE8383"/>
              </a:gs>
              <a:gs pos="50000">
                <a:srgbClr val="F2696A"/>
              </a:gs>
              <a:gs pos="100000">
                <a:srgbClr val="DC5555"/>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P1</a:t>
            </a:r>
            <a:endParaRPr/>
          </a:p>
        </p:txBody>
      </p:sp>
      <p:cxnSp>
        <p:nvCxnSpPr>
          <p:cNvPr id="997" name="Google Shape;997;p36"/>
          <p:cNvCxnSpPr>
            <a:stCxn id="992" idx="2"/>
            <a:endCxn id="995" idx="0"/>
          </p:cNvCxnSpPr>
          <p:nvPr/>
        </p:nvCxnSpPr>
        <p:spPr>
          <a:xfrm>
            <a:off x="2656895" y="2758690"/>
            <a:ext cx="0" cy="328800"/>
          </a:xfrm>
          <a:prstGeom prst="straightConnector1">
            <a:avLst/>
          </a:prstGeom>
          <a:noFill/>
          <a:ln w="25400" cap="flat" cmpd="sng">
            <a:solidFill>
              <a:schemeClr val="dk1"/>
            </a:solidFill>
            <a:prstDash val="solid"/>
            <a:miter lim="800000"/>
            <a:headEnd type="none" w="sm" len="sm"/>
            <a:tailEnd type="triangle" w="med" len="med"/>
          </a:ln>
        </p:spPr>
      </p:cxnSp>
      <p:cxnSp>
        <p:nvCxnSpPr>
          <p:cNvPr id="998" name="Google Shape;998;p36"/>
          <p:cNvCxnSpPr>
            <a:stCxn id="992" idx="2"/>
            <a:endCxn id="996" idx="0"/>
          </p:cNvCxnSpPr>
          <p:nvPr/>
        </p:nvCxnSpPr>
        <p:spPr>
          <a:xfrm>
            <a:off x="2656895" y="2758690"/>
            <a:ext cx="2624700" cy="329400"/>
          </a:xfrm>
          <a:prstGeom prst="straightConnector1">
            <a:avLst/>
          </a:prstGeom>
          <a:noFill/>
          <a:ln w="25400" cap="flat" cmpd="sng">
            <a:solidFill>
              <a:schemeClr val="dk1"/>
            </a:solidFill>
            <a:prstDash val="solid"/>
            <a:miter lim="800000"/>
            <a:headEnd type="none" w="sm" len="sm"/>
            <a:tailEnd type="triangle" w="med" len="med"/>
          </a:ln>
        </p:spPr>
      </p:cxnSp>
      <p:sp>
        <p:nvSpPr>
          <p:cNvPr id="999" name="Google Shape;999;p36"/>
          <p:cNvSpPr/>
          <p:nvPr/>
        </p:nvSpPr>
        <p:spPr>
          <a:xfrm>
            <a:off x="2275894" y="4267559"/>
            <a:ext cx="762000" cy="402272"/>
          </a:xfrm>
          <a:prstGeom prst="ellipse">
            <a:avLst/>
          </a:prstGeom>
          <a:gradFill>
            <a:gsLst>
              <a:gs pos="0">
                <a:srgbClr val="EE8383"/>
              </a:gs>
              <a:gs pos="50000">
                <a:srgbClr val="F2696A"/>
              </a:gs>
              <a:gs pos="100000">
                <a:srgbClr val="DC5555"/>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P0</a:t>
            </a:r>
            <a:endParaRPr/>
          </a:p>
        </p:txBody>
      </p:sp>
      <p:sp>
        <p:nvSpPr>
          <p:cNvPr id="1000" name="Google Shape;1000;p36"/>
          <p:cNvSpPr/>
          <p:nvPr/>
        </p:nvSpPr>
        <p:spPr>
          <a:xfrm>
            <a:off x="774145" y="4267559"/>
            <a:ext cx="762000" cy="402272"/>
          </a:xfrm>
          <a:prstGeom prst="ellipse">
            <a:avLst/>
          </a:prstGeom>
          <a:gradFill>
            <a:gsLst>
              <a:gs pos="0">
                <a:srgbClr val="EE8383"/>
              </a:gs>
              <a:gs pos="50000">
                <a:srgbClr val="F2696A"/>
              </a:gs>
              <a:gs pos="100000">
                <a:srgbClr val="DC5555"/>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P2</a:t>
            </a:r>
            <a:endParaRPr/>
          </a:p>
        </p:txBody>
      </p:sp>
      <p:sp>
        <p:nvSpPr>
          <p:cNvPr id="1001" name="Google Shape;1001;p36"/>
          <p:cNvSpPr/>
          <p:nvPr/>
        </p:nvSpPr>
        <p:spPr>
          <a:xfrm>
            <a:off x="1883295" y="3674787"/>
            <a:ext cx="1547199" cy="3810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Arial"/>
                <a:ea typeface="Arial"/>
                <a:cs typeface="Arial"/>
                <a:sym typeface="Arial"/>
              </a:rPr>
              <a:t>Tiến trình cha</a:t>
            </a:r>
            <a:endParaRPr sz="1600">
              <a:solidFill>
                <a:schemeClr val="dk1"/>
              </a:solidFill>
              <a:latin typeface="Arial"/>
              <a:ea typeface="Arial"/>
              <a:cs typeface="Arial"/>
              <a:sym typeface="Arial"/>
            </a:endParaRPr>
          </a:p>
        </p:txBody>
      </p:sp>
      <p:sp>
        <p:nvSpPr>
          <p:cNvPr id="1002" name="Google Shape;1002;p36"/>
          <p:cNvSpPr/>
          <p:nvPr/>
        </p:nvSpPr>
        <p:spPr>
          <a:xfrm>
            <a:off x="3969257" y="4435763"/>
            <a:ext cx="762000" cy="402272"/>
          </a:xfrm>
          <a:prstGeom prst="ellipse">
            <a:avLst/>
          </a:prstGeom>
          <a:gradFill>
            <a:gsLst>
              <a:gs pos="0">
                <a:srgbClr val="EE8383"/>
              </a:gs>
              <a:gs pos="50000">
                <a:srgbClr val="F2696A"/>
              </a:gs>
              <a:gs pos="100000">
                <a:srgbClr val="DC5555"/>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P1</a:t>
            </a:r>
            <a:endParaRPr/>
          </a:p>
        </p:txBody>
      </p:sp>
      <p:sp>
        <p:nvSpPr>
          <p:cNvPr id="1003" name="Google Shape;1003;p36"/>
          <p:cNvSpPr/>
          <p:nvPr/>
        </p:nvSpPr>
        <p:spPr>
          <a:xfrm>
            <a:off x="6188568" y="4435763"/>
            <a:ext cx="762000" cy="402272"/>
          </a:xfrm>
          <a:prstGeom prst="ellipse">
            <a:avLst/>
          </a:prstGeom>
          <a:gradFill>
            <a:gsLst>
              <a:gs pos="0">
                <a:srgbClr val="EE8383"/>
              </a:gs>
              <a:gs pos="50000">
                <a:srgbClr val="F2696A"/>
              </a:gs>
              <a:gs pos="100000">
                <a:srgbClr val="DC5555"/>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P3</a:t>
            </a:r>
            <a:endParaRPr/>
          </a:p>
        </p:txBody>
      </p:sp>
      <p:cxnSp>
        <p:nvCxnSpPr>
          <p:cNvPr id="1004" name="Google Shape;1004;p36"/>
          <p:cNvCxnSpPr>
            <a:endCxn id="999" idx="0"/>
          </p:cNvCxnSpPr>
          <p:nvPr/>
        </p:nvCxnSpPr>
        <p:spPr>
          <a:xfrm>
            <a:off x="2656894" y="4100159"/>
            <a:ext cx="0" cy="167400"/>
          </a:xfrm>
          <a:prstGeom prst="straightConnector1">
            <a:avLst/>
          </a:prstGeom>
          <a:noFill/>
          <a:ln w="25400" cap="flat" cmpd="sng">
            <a:solidFill>
              <a:schemeClr val="dk1"/>
            </a:solidFill>
            <a:prstDash val="solid"/>
            <a:miter lim="800000"/>
            <a:headEnd type="none" w="sm" len="sm"/>
            <a:tailEnd type="triangle" w="med" len="med"/>
          </a:ln>
        </p:spPr>
      </p:cxnSp>
      <p:cxnSp>
        <p:nvCxnSpPr>
          <p:cNvPr id="1005" name="Google Shape;1005;p36"/>
          <p:cNvCxnSpPr/>
          <p:nvPr/>
        </p:nvCxnSpPr>
        <p:spPr>
          <a:xfrm flipH="1">
            <a:off x="1155145" y="4100216"/>
            <a:ext cx="1501750" cy="164689"/>
          </a:xfrm>
          <a:prstGeom prst="straightConnector1">
            <a:avLst/>
          </a:prstGeom>
          <a:noFill/>
          <a:ln w="25400" cap="flat" cmpd="sng">
            <a:solidFill>
              <a:schemeClr val="dk1"/>
            </a:solidFill>
            <a:prstDash val="solid"/>
            <a:miter lim="800000"/>
            <a:headEnd type="none" w="sm" len="sm"/>
            <a:tailEnd type="triangle" w="med" len="med"/>
          </a:ln>
        </p:spPr>
      </p:cxnSp>
      <p:cxnSp>
        <p:nvCxnSpPr>
          <p:cNvPr id="1006" name="Google Shape;1006;p36"/>
          <p:cNvCxnSpPr>
            <a:stCxn id="1007" idx="2"/>
            <a:endCxn id="1002" idx="0"/>
          </p:cNvCxnSpPr>
          <p:nvPr/>
        </p:nvCxnSpPr>
        <p:spPr>
          <a:xfrm flipH="1">
            <a:off x="4350120" y="4056021"/>
            <a:ext cx="931500" cy="379800"/>
          </a:xfrm>
          <a:prstGeom prst="straightConnector1">
            <a:avLst/>
          </a:prstGeom>
          <a:noFill/>
          <a:ln w="25400" cap="flat" cmpd="sng">
            <a:solidFill>
              <a:schemeClr val="dk1"/>
            </a:solidFill>
            <a:prstDash val="solid"/>
            <a:miter lim="800000"/>
            <a:headEnd type="none" w="sm" len="sm"/>
            <a:tailEnd type="triangle" w="med" len="med"/>
          </a:ln>
        </p:spPr>
      </p:cxnSp>
      <p:cxnSp>
        <p:nvCxnSpPr>
          <p:cNvPr id="1008" name="Google Shape;1008;p36"/>
          <p:cNvCxnSpPr>
            <a:stCxn id="1007" idx="2"/>
            <a:endCxn id="1003" idx="0"/>
          </p:cNvCxnSpPr>
          <p:nvPr/>
        </p:nvCxnSpPr>
        <p:spPr>
          <a:xfrm>
            <a:off x="5281619" y="4056021"/>
            <a:ext cx="1287900" cy="379800"/>
          </a:xfrm>
          <a:prstGeom prst="straightConnector1">
            <a:avLst/>
          </a:prstGeom>
          <a:noFill/>
          <a:ln w="25400" cap="flat" cmpd="sng">
            <a:solidFill>
              <a:schemeClr val="dk1"/>
            </a:solidFill>
            <a:prstDash val="solid"/>
            <a:miter lim="800000"/>
            <a:headEnd type="none" w="sm" len="sm"/>
            <a:tailEnd type="triangle" w="med" len="med"/>
          </a:ln>
        </p:spPr>
      </p:cxnSp>
      <p:sp>
        <p:nvSpPr>
          <p:cNvPr id="1009" name="Google Shape;1009;p36"/>
          <p:cNvSpPr/>
          <p:nvPr/>
        </p:nvSpPr>
        <p:spPr>
          <a:xfrm>
            <a:off x="3356487" y="5114232"/>
            <a:ext cx="1987539" cy="3810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Arial"/>
                <a:ea typeface="Arial"/>
                <a:cs typeface="Arial"/>
                <a:sym typeface="Arial"/>
              </a:rPr>
              <a:t>Tiến trình cha mới</a:t>
            </a:r>
            <a:endParaRPr sz="1600">
              <a:solidFill>
                <a:schemeClr val="dk1"/>
              </a:solidFill>
              <a:latin typeface="Arial"/>
              <a:ea typeface="Arial"/>
              <a:cs typeface="Arial"/>
              <a:sym typeface="Arial"/>
            </a:endParaRPr>
          </a:p>
        </p:txBody>
      </p:sp>
      <p:sp>
        <p:nvSpPr>
          <p:cNvPr id="1010" name="Google Shape;1010;p36"/>
          <p:cNvSpPr/>
          <p:nvPr/>
        </p:nvSpPr>
        <p:spPr>
          <a:xfrm>
            <a:off x="5575803" y="5099374"/>
            <a:ext cx="1987531" cy="3810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Arial"/>
                <a:ea typeface="Arial"/>
                <a:cs typeface="Arial"/>
                <a:sym typeface="Arial"/>
              </a:rPr>
              <a:t>Tiến trình con mới</a:t>
            </a:r>
            <a:endParaRPr sz="1600">
              <a:solidFill>
                <a:schemeClr val="dk1"/>
              </a:solidFill>
              <a:latin typeface="Arial"/>
              <a:ea typeface="Arial"/>
              <a:cs typeface="Arial"/>
              <a:sym typeface="Arial"/>
            </a:endParaRPr>
          </a:p>
        </p:txBody>
      </p:sp>
      <p:sp>
        <p:nvSpPr>
          <p:cNvPr id="1007" name="Google Shape;1007;p36"/>
          <p:cNvSpPr/>
          <p:nvPr/>
        </p:nvSpPr>
        <p:spPr>
          <a:xfrm>
            <a:off x="3695509" y="3675021"/>
            <a:ext cx="3172221" cy="3810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Arial"/>
                <a:ea typeface="Arial"/>
                <a:cs typeface="Arial"/>
                <a:sym typeface="Arial"/>
              </a:rPr>
              <a:t>Sinh vien tu giac trong kiem tra </a:t>
            </a:r>
            <a:endParaRPr sz="1600">
              <a:solidFill>
                <a:schemeClr val="dk1"/>
              </a:solidFill>
              <a:latin typeface="Arial"/>
              <a:ea typeface="Arial"/>
              <a:cs typeface="Arial"/>
              <a:sym typeface="Arial"/>
            </a:endParaRPr>
          </a:p>
        </p:txBody>
      </p:sp>
      <p:cxnSp>
        <p:nvCxnSpPr>
          <p:cNvPr id="1011" name="Google Shape;1011;p36"/>
          <p:cNvCxnSpPr>
            <a:stCxn id="1002" idx="4"/>
            <a:endCxn id="1009" idx="0"/>
          </p:cNvCxnSpPr>
          <p:nvPr/>
        </p:nvCxnSpPr>
        <p:spPr>
          <a:xfrm>
            <a:off x="4350257" y="4838035"/>
            <a:ext cx="0" cy="276300"/>
          </a:xfrm>
          <a:prstGeom prst="straightConnector1">
            <a:avLst/>
          </a:prstGeom>
          <a:noFill/>
          <a:ln w="25400" cap="flat" cmpd="sng">
            <a:solidFill>
              <a:schemeClr val="dk1"/>
            </a:solidFill>
            <a:prstDash val="solid"/>
            <a:miter lim="800000"/>
            <a:headEnd type="none" w="sm" len="sm"/>
            <a:tailEnd type="triangle" w="med" len="med"/>
          </a:ln>
        </p:spPr>
      </p:cxnSp>
      <p:cxnSp>
        <p:nvCxnSpPr>
          <p:cNvPr id="1012" name="Google Shape;1012;p36"/>
          <p:cNvCxnSpPr>
            <a:stCxn id="995" idx="4"/>
            <a:endCxn id="1001" idx="0"/>
          </p:cNvCxnSpPr>
          <p:nvPr/>
        </p:nvCxnSpPr>
        <p:spPr>
          <a:xfrm>
            <a:off x="2656895" y="3489832"/>
            <a:ext cx="0" cy="185100"/>
          </a:xfrm>
          <a:prstGeom prst="straightConnector1">
            <a:avLst/>
          </a:prstGeom>
          <a:noFill/>
          <a:ln w="25400" cap="flat" cmpd="sng">
            <a:solidFill>
              <a:schemeClr val="dk1"/>
            </a:solidFill>
            <a:prstDash val="solid"/>
            <a:miter lim="800000"/>
            <a:headEnd type="none" w="sm" len="sm"/>
            <a:tailEnd type="triangle" w="med" len="med"/>
          </a:ln>
        </p:spPr>
      </p:cxnSp>
      <p:cxnSp>
        <p:nvCxnSpPr>
          <p:cNvPr id="1013" name="Google Shape;1013;p36"/>
          <p:cNvCxnSpPr>
            <a:stCxn id="996" idx="4"/>
            <a:endCxn id="1007" idx="0"/>
          </p:cNvCxnSpPr>
          <p:nvPr/>
        </p:nvCxnSpPr>
        <p:spPr>
          <a:xfrm>
            <a:off x="5281620" y="3490379"/>
            <a:ext cx="0" cy="184500"/>
          </a:xfrm>
          <a:prstGeom prst="straightConnector1">
            <a:avLst/>
          </a:prstGeom>
          <a:noFill/>
          <a:ln w="25400" cap="flat" cmpd="sng">
            <a:solidFill>
              <a:schemeClr val="dk1"/>
            </a:solidFill>
            <a:prstDash val="solid"/>
            <a:miter lim="800000"/>
            <a:headEnd type="none" w="sm" len="sm"/>
            <a:tailEnd type="triangle" w="med" len="med"/>
          </a:ln>
        </p:spPr>
      </p:cxnSp>
      <p:sp>
        <p:nvSpPr>
          <p:cNvPr id="1014" name="Google Shape;1014;p36"/>
          <p:cNvSpPr/>
          <p:nvPr/>
        </p:nvSpPr>
        <p:spPr>
          <a:xfrm>
            <a:off x="3312143" y="5876600"/>
            <a:ext cx="2076225" cy="3810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Arial"/>
                <a:ea typeface="Arial"/>
                <a:cs typeface="Arial"/>
                <a:sym typeface="Arial"/>
              </a:rPr>
              <a:t>Tiến trình K22 mới</a:t>
            </a:r>
            <a:endParaRPr sz="1600">
              <a:solidFill>
                <a:schemeClr val="dk1"/>
              </a:solidFill>
              <a:latin typeface="Arial"/>
              <a:ea typeface="Arial"/>
              <a:cs typeface="Arial"/>
              <a:sym typeface="Arial"/>
            </a:endParaRPr>
          </a:p>
        </p:txBody>
      </p:sp>
      <p:cxnSp>
        <p:nvCxnSpPr>
          <p:cNvPr id="1015" name="Google Shape;1015;p36"/>
          <p:cNvCxnSpPr>
            <a:stCxn id="1003" idx="4"/>
            <a:endCxn id="1010" idx="0"/>
          </p:cNvCxnSpPr>
          <p:nvPr/>
        </p:nvCxnSpPr>
        <p:spPr>
          <a:xfrm>
            <a:off x="6569568" y="4838035"/>
            <a:ext cx="0" cy="261300"/>
          </a:xfrm>
          <a:prstGeom prst="straightConnector1">
            <a:avLst/>
          </a:prstGeom>
          <a:noFill/>
          <a:ln w="25400" cap="flat" cmpd="sng">
            <a:solidFill>
              <a:schemeClr val="dk1"/>
            </a:solidFill>
            <a:prstDash val="solid"/>
            <a:miter lim="800000"/>
            <a:headEnd type="none" w="sm" len="sm"/>
            <a:tailEnd type="triangle" w="med" len="med"/>
          </a:ln>
        </p:spPr>
      </p:cxnSp>
      <p:cxnSp>
        <p:nvCxnSpPr>
          <p:cNvPr id="1016" name="Google Shape;1016;p36"/>
          <p:cNvCxnSpPr>
            <a:stCxn id="1009" idx="2"/>
            <a:endCxn id="1014" idx="0"/>
          </p:cNvCxnSpPr>
          <p:nvPr/>
        </p:nvCxnSpPr>
        <p:spPr>
          <a:xfrm>
            <a:off x="4350257" y="5495232"/>
            <a:ext cx="0" cy="381300"/>
          </a:xfrm>
          <a:prstGeom prst="straightConnector1">
            <a:avLst/>
          </a:prstGeom>
          <a:noFill/>
          <a:ln w="25400" cap="flat" cmpd="sng">
            <a:solidFill>
              <a:schemeClr val="dk1"/>
            </a:solidFill>
            <a:prstDash val="solid"/>
            <a:miter lim="800000"/>
            <a:headEnd type="none" w="sm" len="sm"/>
            <a:tailEnd type="triangle" w="med" len="med"/>
          </a:ln>
        </p:spPr>
      </p:cxnSp>
      <p:sp>
        <p:nvSpPr>
          <p:cNvPr id="1017" name="Google Shape;1017;p36"/>
          <p:cNvSpPr/>
          <p:nvPr/>
        </p:nvSpPr>
        <p:spPr>
          <a:xfrm>
            <a:off x="7252203" y="5741713"/>
            <a:ext cx="762000" cy="402272"/>
          </a:xfrm>
          <a:prstGeom prst="ellipse">
            <a:avLst/>
          </a:prstGeom>
          <a:gradFill>
            <a:gsLst>
              <a:gs pos="0">
                <a:srgbClr val="EE8383"/>
              </a:gs>
              <a:gs pos="50000">
                <a:srgbClr val="F2696A"/>
              </a:gs>
              <a:gs pos="100000">
                <a:srgbClr val="DC5555"/>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P3</a:t>
            </a:r>
            <a:endParaRPr/>
          </a:p>
        </p:txBody>
      </p:sp>
      <p:sp>
        <p:nvSpPr>
          <p:cNvPr id="1018" name="Google Shape;1018;p36"/>
          <p:cNvSpPr/>
          <p:nvPr/>
        </p:nvSpPr>
        <p:spPr>
          <a:xfrm>
            <a:off x="5767886" y="5741713"/>
            <a:ext cx="762000" cy="402272"/>
          </a:xfrm>
          <a:prstGeom prst="ellipse">
            <a:avLst/>
          </a:prstGeom>
          <a:gradFill>
            <a:gsLst>
              <a:gs pos="0">
                <a:srgbClr val="EE8383"/>
              </a:gs>
              <a:gs pos="50000">
                <a:srgbClr val="F2696A"/>
              </a:gs>
              <a:gs pos="100000">
                <a:srgbClr val="DC5555"/>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P4</a:t>
            </a:r>
            <a:endParaRPr/>
          </a:p>
        </p:txBody>
      </p:sp>
      <p:cxnSp>
        <p:nvCxnSpPr>
          <p:cNvPr id="1019" name="Google Shape;1019;p36"/>
          <p:cNvCxnSpPr>
            <a:stCxn id="1010" idx="2"/>
            <a:endCxn id="1018" idx="0"/>
          </p:cNvCxnSpPr>
          <p:nvPr/>
        </p:nvCxnSpPr>
        <p:spPr>
          <a:xfrm flipH="1">
            <a:off x="6148969" y="5480374"/>
            <a:ext cx="420600" cy="261300"/>
          </a:xfrm>
          <a:prstGeom prst="straightConnector1">
            <a:avLst/>
          </a:prstGeom>
          <a:noFill/>
          <a:ln w="25400" cap="flat" cmpd="sng">
            <a:solidFill>
              <a:schemeClr val="dk1"/>
            </a:solidFill>
            <a:prstDash val="solid"/>
            <a:miter lim="800000"/>
            <a:headEnd type="none" w="sm" len="sm"/>
            <a:tailEnd type="triangle" w="med" len="med"/>
          </a:ln>
        </p:spPr>
      </p:cxnSp>
      <p:cxnSp>
        <p:nvCxnSpPr>
          <p:cNvPr id="1020" name="Google Shape;1020;p36"/>
          <p:cNvCxnSpPr>
            <a:stCxn id="1010" idx="2"/>
            <a:endCxn id="1017" idx="0"/>
          </p:cNvCxnSpPr>
          <p:nvPr/>
        </p:nvCxnSpPr>
        <p:spPr>
          <a:xfrm>
            <a:off x="6569569" y="5480374"/>
            <a:ext cx="1063500" cy="261300"/>
          </a:xfrm>
          <a:prstGeom prst="straightConnector1">
            <a:avLst/>
          </a:prstGeom>
          <a:noFill/>
          <a:ln w="25400" cap="flat" cmpd="sng">
            <a:solidFill>
              <a:schemeClr val="dk1"/>
            </a:solidFill>
            <a:prstDash val="solid"/>
            <a:miter lim="800000"/>
            <a:headEnd type="none" w="sm" len="sm"/>
            <a:tailEnd type="triangle" w="med" len="med"/>
          </a:ln>
        </p:spPr>
      </p:cxnSp>
      <p:sp>
        <p:nvSpPr>
          <p:cNvPr id="1021" name="Google Shape;1021;p36"/>
          <p:cNvSpPr/>
          <p:nvPr/>
        </p:nvSpPr>
        <p:spPr>
          <a:xfrm>
            <a:off x="5106784" y="6319187"/>
            <a:ext cx="2076225" cy="3810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Arial"/>
                <a:ea typeface="Arial"/>
                <a:cs typeface="Arial"/>
                <a:sym typeface="Arial"/>
              </a:rPr>
              <a:t>Tiến trình K22 mới</a:t>
            </a:r>
            <a:endParaRPr sz="1600">
              <a:solidFill>
                <a:schemeClr val="dk1"/>
              </a:solidFill>
              <a:latin typeface="Arial"/>
              <a:ea typeface="Arial"/>
              <a:cs typeface="Arial"/>
              <a:sym typeface="Arial"/>
            </a:endParaRPr>
          </a:p>
        </p:txBody>
      </p:sp>
      <p:sp>
        <p:nvSpPr>
          <p:cNvPr id="1022" name="Google Shape;1022;p36"/>
          <p:cNvSpPr/>
          <p:nvPr/>
        </p:nvSpPr>
        <p:spPr>
          <a:xfrm>
            <a:off x="7754216" y="6288556"/>
            <a:ext cx="2076225" cy="3810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Arial"/>
                <a:ea typeface="Arial"/>
                <a:cs typeface="Arial"/>
                <a:sym typeface="Arial"/>
              </a:rPr>
              <a:t>Tiến trình K22 mới</a:t>
            </a:r>
            <a:endParaRPr sz="1600">
              <a:solidFill>
                <a:schemeClr val="dk1"/>
              </a:solidFill>
              <a:latin typeface="Arial"/>
              <a:ea typeface="Arial"/>
              <a:cs typeface="Arial"/>
              <a:sym typeface="Arial"/>
            </a:endParaRPr>
          </a:p>
        </p:txBody>
      </p:sp>
      <p:cxnSp>
        <p:nvCxnSpPr>
          <p:cNvPr id="1023" name="Google Shape;1023;p36"/>
          <p:cNvCxnSpPr>
            <a:stCxn id="1018" idx="4"/>
            <a:endCxn id="1021" idx="0"/>
          </p:cNvCxnSpPr>
          <p:nvPr/>
        </p:nvCxnSpPr>
        <p:spPr>
          <a:xfrm flipH="1">
            <a:off x="6144986" y="6143985"/>
            <a:ext cx="3900" cy="175200"/>
          </a:xfrm>
          <a:prstGeom prst="straightConnector1">
            <a:avLst/>
          </a:prstGeom>
          <a:noFill/>
          <a:ln w="25400" cap="flat" cmpd="sng">
            <a:solidFill>
              <a:schemeClr val="dk1"/>
            </a:solidFill>
            <a:prstDash val="solid"/>
            <a:miter lim="800000"/>
            <a:headEnd type="none" w="sm" len="sm"/>
            <a:tailEnd type="triangle" w="med" len="med"/>
          </a:ln>
        </p:spPr>
      </p:cxnSp>
      <p:cxnSp>
        <p:nvCxnSpPr>
          <p:cNvPr id="1024" name="Google Shape;1024;p36"/>
          <p:cNvCxnSpPr>
            <a:stCxn id="1017" idx="4"/>
            <a:endCxn id="1022" idx="0"/>
          </p:cNvCxnSpPr>
          <p:nvPr/>
        </p:nvCxnSpPr>
        <p:spPr>
          <a:xfrm>
            <a:off x="7633203" y="6143985"/>
            <a:ext cx="1159200" cy="144600"/>
          </a:xfrm>
          <a:prstGeom prst="straightConnector1">
            <a:avLst/>
          </a:prstGeom>
          <a:noFill/>
          <a:ln w="25400" cap="flat" cmpd="sng">
            <a:solidFill>
              <a:schemeClr val="dk1"/>
            </a:solidFill>
            <a:prstDash val="solid"/>
            <a:miter lim="800000"/>
            <a:headEnd type="none" w="sm" len="sm"/>
            <a:tailEnd type="triangle" w="med" len="med"/>
          </a:ln>
        </p:spPr>
      </p:cxnSp>
      <p:sp>
        <p:nvSpPr>
          <p:cNvPr id="1025" name="Google Shape;1025;p36"/>
          <p:cNvSpPr txBox="1"/>
          <p:nvPr/>
        </p:nvSpPr>
        <p:spPr>
          <a:xfrm>
            <a:off x="825092" y="1009860"/>
            <a:ext cx="4676280" cy="494751"/>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2400" b="1">
                <a:solidFill>
                  <a:schemeClr val="lt1"/>
                </a:solidFill>
                <a:latin typeface="Arial"/>
                <a:ea typeface="Arial"/>
                <a:cs typeface="Arial"/>
                <a:sym typeface="Arial"/>
              </a:rPr>
              <a:t>Ví dụ tạo process với fork() (tt)</a:t>
            </a:r>
            <a:endParaRPr sz="2400" b="1">
              <a:solidFill>
                <a:schemeClr val="lt1"/>
              </a:solidFill>
              <a:latin typeface="Arial"/>
              <a:ea typeface="Arial"/>
              <a:cs typeface="Arial"/>
              <a:sym typeface="Arial"/>
            </a:endParaRPr>
          </a:p>
        </p:txBody>
      </p:sp>
      <p:sp>
        <p:nvSpPr>
          <p:cNvPr id="1026" name="Google Shape;1026;p36"/>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5. Các tác vụ đối với tiến trình</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9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9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9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9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9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0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0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9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0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0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9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0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0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0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1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00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00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01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007"/>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01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01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01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01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02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01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018"/>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021"/>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022"/>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023"/>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p37"/>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1033" name="Google Shape;1033;p37"/>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37</a:t>
            </a:fld>
            <a:endParaRPr/>
          </a:p>
        </p:txBody>
      </p:sp>
      <p:sp>
        <p:nvSpPr>
          <p:cNvPr id="1034" name="Google Shape;1034;p37"/>
          <p:cNvSpPr txBox="1"/>
          <p:nvPr/>
        </p:nvSpPr>
        <p:spPr>
          <a:xfrm>
            <a:off x="825092" y="1795756"/>
            <a:ext cx="4639106" cy="4671886"/>
          </a:xfrm>
          <a:prstGeom prst="rect">
            <a:avLst/>
          </a:prstGeom>
          <a:noFill/>
          <a:ln>
            <a:noFill/>
          </a:ln>
        </p:spPr>
        <p:txBody>
          <a:bodyPr spcFirstLastPara="1" wrap="square" lIns="91425" tIns="45700" rIns="91425" bIns="45700" anchor="t" anchorCtr="0">
            <a:noAutofit/>
          </a:bodyPr>
          <a:lstStyle/>
          <a:p>
            <a:pPr marL="342900" marR="0" lvl="0" indent="-342900" algn="l" rtl="0">
              <a:lnSpc>
                <a:spcPct val="80000"/>
              </a:lnSpc>
              <a:spcBef>
                <a:spcPts val="0"/>
              </a:spcBef>
              <a:spcAft>
                <a:spcPts val="0"/>
              </a:spcAft>
              <a:buNone/>
            </a:pPr>
            <a:r>
              <a:rPr lang="en-US" sz="1400">
                <a:solidFill>
                  <a:srgbClr val="000000"/>
                </a:solidFill>
                <a:latin typeface="Courier New"/>
                <a:ea typeface="Courier New"/>
                <a:cs typeface="Courier New"/>
                <a:sym typeface="Courier New"/>
              </a:rPr>
              <a:t>#include &lt;stdio.h&gt;</a:t>
            </a:r>
            <a:endParaRPr/>
          </a:p>
          <a:p>
            <a:pPr marL="342900" marR="0" lvl="0" indent="-342900" algn="l" rtl="0">
              <a:lnSpc>
                <a:spcPct val="80000"/>
              </a:lnSpc>
              <a:spcBef>
                <a:spcPts val="788"/>
              </a:spcBef>
              <a:spcAft>
                <a:spcPts val="0"/>
              </a:spcAft>
              <a:buNone/>
            </a:pPr>
            <a:r>
              <a:rPr lang="en-US" sz="1400">
                <a:solidFill>
                  <a:srgbClr val="000000"/>
                </a:solidFill>
                <a:latin typeface="Courier New"/>
                <a:ea typeface="Courier New"/>
                <a:cs typeface="Courier New"/>
                <a:sym typeface="Courier New"/>
              </a:rPr>
              <a:t>#include &lt;unistd.h&gt;</a:t>
            </a:r>
            <a:endParaRPr/>
          </a:p>
          <a:p>
            <a:pPr marL="342900" marR="0" lvl="0" indent="-342900" algn="l" rtl="0">
              <a:lnSpc>
                <a:spcPct val="80000"/>
              </a:lnSpc>
              <a:spcBef>
                <a:spcPts val="788"/>
              </a:spcBef>
              <a:spcAft>
                <a:spcPts val="0"/>
              </a:spcAft>
              <a:buNone/>
            </a:pPr>
            <a:r>
              <a:rPr lang="en-US" sz="1400">
                <a:solidFill>
                  <a:srgbClr val="000000"/>
                </a:solidFill>
                <a:latin typeface="Courier New"/>
                <a:ea typeface="Courier New"/>
                <a:cs typeface="Courier New"/>
                <a:sym typeface="Courier New"/>
              </a:rPr>
              <a:t>int main (int argc, char *argv[])</a:t>
            </a:r>
            <a:endParaRPr/>
          </a:p>
          <a:p>
            <a:pPr marL="342900" marR="0" lvl="0" indent="-342900" algn="l" rtl="0">
              <a:lnSpc>
                <a:spcPct val="80000"/>
              </a:lnSpc>
              <a:spcBef>
                <a:spcPts val="788"/>
              </a:spcBef>
              <a:spcAft>
                <a:spcPts val="0"/>
              </a:spcAft>
              <a:buNone/>
            </a:pPr>
            <a:r>
              <a:rPr lang="en-US" sz="1400">
                <a:solidFill>
                  <a:srgbClr val="000000"/>
                </a:solidFill>
                <a:latin typeface="Courier New"/>
                <a:ea typeface="Courier New"/>
                <a:cs typeface="Courier New"/>
                <a:sym typeface="Courier New"/>
              </a:rPr>
              <a:t>{</a:t>
            </a:r>
            <a:endParaRPr/>
          </a:p>
          <a:p>
            <a:pPr marL="342900" marR="0" lvl="0" indent="-342900" algn="l" rtl="0">
              <a:lnSpc>
                <a:spcPct val="80000"/>
              </a:lnSpc>
              <a:spcBef>
                <a:spcPts val="788"/>
              </a:spcBef>
              <a:spcAft>
                <a:spcPts val="0"/>
              </a:spcAft>
              <a:buNone/>
            </a:pPr>
            <a:r>
              <a:rPr lang="en-US" sz="1400">
                <a:solidFill>
                  <a:srgbClr val="000000"/>
                </a:solidFill>
                <a:latin typeface="Courier New"/>
                <a:ea typeface="Courier New"/>
                <a:cs typeface="Courier New"/>
                <a:sym typeface="Courier New"/>
              </a:rPr>
              <a:t>	int pid;</a:t>
            </a:r>
            <a:endParaRPr/>
          </a:p>
          <a:p>
            <a:pPr marL="342900" marR="0" lvl="0" indent="-342900" algn="l" rtl="0">
              <a:lnSpc>
                <a:spcPct val="80000"/>
              </a:lnSpc>
              <a:spcBef>
                <a:spcPts val="788"/>
              </a:spcBef>
              <a:spcAft>
                <a:spcPts val="0"/>
              </a:spcAft>
              <a:buNone/>
            </a:pPr>
            <a:r>
              <a:rPr lang="en-US" sz="1400">
                <a:solidFill>
                  <a:srgbClr val="000000"/>
                </a:solidFill>
                <a:latin typeface="Courier New"/>
                <a:ea typeface="Courier New"/>
                <a:cs typeface="Courier New"/>
                <a:sym typeface="Courier New"/>
              </a:rPr>
              <a:t>	printf(“hi”);</a:t>
            </a:r>
            <a:endParaRPr/>
          </a:p>
          <a:p>
            <a:pPr marL="342900" marR="0" lvl="0" indent="-342900" algn="l" rtl="0">
              <a:lnSpc>
                <a:spcPct val="80000"/>
              </a:lnSpc>
              <a:spcBef>
                <a:spcPts val="788"/>
              </a:spcBef>
              <a:spcAft>
                <a:spcPts val="0"/>
              </a:spcAft>
              <a:buNone/>
            </a:pPr>
            <a:r>
              <a:rPr lang="en-US" sz="1400">
                <a:solidFill>
                  <a:srgbClr val="000000"/>
                </a:solidFill>
                <a:latin typeface="Courier New"/>
                <a:ea typeface="Courier New"/>
                <a:cs typeface="Courier New"/>
                <a:sym typeface="Courier New"/>
              </a:rPr>
              <a:t>	pid = fork();</a:t>
            </a:r>
            <a:endParaRPr/>
          </a:p>
          <a:p>
            <a:pPr marL="342900" marR="0" lvl="0" indent="-342900" algn="l" rtl="0">
              <a:lnSpc>
                <a:spcPct val="80000"/>
              </a:lnSpc>
              <a:spcBef>
                <a:spcPts val="788"/>
              </a:spcBef>
              <a:spcAft>
                <a:spcPts val="0"/>
              </a:spcAft>
              <a:buNone/>
            </a:pPr>
            <a:r>
              <a:rPr lang="en-US" sz="1400">
                <a:solidFill>
                  <a:srgbClr val="000000"/>
                </a:solidFill>
                <a:latin typeface="Courier New"/>
                <a:ea typeface="Courier New"/>
                <a:cs typeface="Courier New"/>
                <a:sym typeface="Courier New"/>
              </a:rPr>
              <a:t>		if (pid &gt; 0){</a:t>
            </a:r>
            <a:endParaRPr/>
          </a:p>
          <a:p>
            <a:pPr marL="342900" marR="0" lvl="0" indent="-342900" algn="l" rtl="0">
              <a:lnSpc>
                <a:spcPct val="80000"/>
              </a:lnSpc>
              <a:spcBef>
                <a:spcPts val="788"/>
              </a:spcBef>
              <a:spcAft>
                <a:spcPts val="0"/>
              </a:spcAft>
              <a:buNone/>
            </a:pPr>
            <a:r>
              <a:rPr lang="en-US" sz="1400">
                <a:solidFill>
                  <a:srgbClr val="000000"/>
                </a:solidFill>
                <a:latin typeface="Courier New"/>
                <a:ea typeface="Courier New"/>
                <a:cs typeface="Courier New"/>
                <a:sym typeface="Courier New"/>
              </a:rPr>
              <a:t>			fork();</a:t>
            </a:r>
            <a:endParaRPr/>
          </a:p>
          <a:p>
            <a:pPr marL="342900" marR="0" lvl="0" indent="-342900" algn="l" rtl="0">
              <a:lnSpc>
                <a:spcPct val="80000"/>
              </a:lnSpc>
              <a:spcBef>
                <a:spcPts val="788"/>
              </a:spcBef>
              <a:spcAft>
                <a:spcPts val="0"/>
              </a:spcAft>
              <a:buNone/>
            </a:pPr>
            <a:r>
              <a:rPr lang="en-US" sz="1400">
                <a:solidFill>
                  <a:srgbClr val="000000"/>
                </a:solidFill>
                <a:latin typeface="Courier New"/>
                <a:ea typeface="Courier New"/>
                <a:cs typeface="Courier New"/>
                <a:sym typeface="Courier New"/>
              </a:rPr>
              <a:t>			fork();</a:t>
            </a:r>
            <a:endParaRPr/>
          </a:p>
          <a:p>
            <a:pPr marL="342900" marR="0" lvl="0" indent="-342900" algn="l" rtl="0">
              <a:lnSpc>
                <a:spcPct val="80000"/>
              </a:lnSpc>
              <a:spcBef>
                <a:spcPts val="788"/>
              </a:spcBef>
              <a:spcAft>
                <a:spcPts val="0"/>
              </a:spcAft>
              <a:buNone/>
            </a:pPr>
            <a:r>
              <a:rPr lang="en-US" sz="1400">
                <a:solidFill>
                  <a:srgbClr val="000000"/>
                </a:solidFill>
                <a:latin typeface="Courier New"/>
                <a:ea typeface="Courier New"/>
                <a:cs typeface="Courier New"/>
                <a:sym typeface="Courier New"/>
              </a:rPr>
              <a:t>			printf(“hello”);</a:t>
            </a:r>
            <a:endParaRPr/>
          </a:p>
          <a:p>
            <a:pPr marL="342900" marR="0" lvl="0" indent="-342900" algn="l" rtl="0">
              <a:lnSpc>
                <a:spcPct val="80000"/>
              </a:lnSpc>
              <a:spcBef>
                <a:spcPts val="788"/>
              </a:spcBef>
              <a:spcAft>
                <a:spcPts val="0"/>
              </a:spcAft>
              <a:buNone/>
            </a:pPr>
            <a:r>
              <a:rPr lang="en-US" sz="1400">
                <a:solidFill>
                  <a:srgbClr val="000000"/>
                </a:solidFill>
                <a:latin typeface="Courier New"/>
                <a:ea typeface="Courier New"/>
                <a:cs typeface="Courier New"/>
                <a:sym typeface="Courier New"/>
              </a:rPr>
              <a:t>		       }</a:t>
            </a:r>
            <a:endParaRPr/>
          </a:p>
          <a:p>
            <a:pPr marL="342900" marR="0" lvl="0" indent="-342900" algn="l" rtl="0">
              <a:lnSpc>
                <a:spcPct val="80000"/>
              </a:lnSpc>
              <a:spcBef>
                <a:spcPts val="788"/>
              </a:spcBef>
              <a:spcAft>
                <a:spcPts val="0"/>
              </a:spcAft>
              <a:buNone/>
            </a:pPr>
            <a:r>
              <a:rPr lang="en-US" sz="1400">
                <a:solidFill>
                  <a:srgbClr val="000000"/>
                </a:solidFill>
                <a:latin typeface="Courier New"/>
                <a:ea typeface="Courier New"/>
                <a:cs typeface="Courier New"/>
                <a:sym typeface="Courier New"/>
              </a:rPr>
              <a:t>   	else </a:t>
            </a:r>
            <a:endParaRPr/>
          </a:p>
          <a:p>
            <a:pPr marL="342900" marR="0" lvl="0" indent="-342900" algn="l" rtl="0">
              <a:lnSpc>
                <a:spcPct val="80000"/>
              </a:lnSpc>
              <a:spcBef>
                <a:spcPts val="788"/>
              </a:spcBef>
              <a:spcAft>
                <a:spcPts val="0"/>
              </a:spcAft>
              <a:buNone/>
            </a:pPr>
            <a:r>
              <a:rPr lang="en-US" sz="1400">
                <a:solidFill>
                  <a:srgbClr val="000000"/>
                </a:solidFill>
                <a:latin typeface="Courier New"/>
                <a:ea typeface="Courier New"/>
                <a:cs typeface="Courier New"/>
                <a:sym typeface="Courier New"/>
              </a:rPr>
              <a:t>			fork(); </a:t>
            </a:r>
            <a:endParaRPr/>
          </a:p>
          <a:p>
            <a:pPr marL="342900" marR="0" lvl="0" indent="-342900" algn="l" rtl="0">
              <a:lnSpc>
                <a:spcPct val="80000"/>
              </a:lnSpc>
              <a:spcBef>
                <a:spcPts val="788"/>
              </a:spcBef>
              <a:spcAft>
                <a:spcPts val="0"/>
              </a:spcAft>
              <a:buNone/>
            </a:pPr>
            <a:r>
              <a:rPr lang="en-US" sz="1400">
                <a:solidFill>
                  <a:srgbClr val="000000"/>
                </a:solidFill>
                <a:latin typeface="Courier New"/>
                <a:ea typeface="Courier New"/>
                <a:cs typeface="Courier New"/>
                <a:sym typeface="Courier New"/>
              </a:rPr>
              <a:t>	printf(“bye”);</a:t>
            </a:r>
            <a:endParaRPr/>
          </a:p>
          <a:p>
            <a:pPr marL="342900" marR="0" lvl="0" indent="-342900" algn="l" rtl="0">
              <a:lnSpc>
                <a:spcPct val="80000"/>
              </a:lnSpc>
              <a:spcBef>
                <a:spcPts val="788"/>
              </a:spcBef>
              <a:spcAft>
                <a:spcPts val="0"/>
              </a:spcAft>
              <a:buNone/>
            </a:pPr>
            <a:r>
              <a:rPr lang="en-US" sz="1400">
                <a:solidFill>
                  <a:srgbClr val="000000"/>
                </a:solidFill>
                <a:latin typeface="Courier New"/>
                <a:ea typeface="Courier New"/>
                <a:cs typeface="Courier New"/>
                <a:sym typeface="Courier New"/>
              </a:rPr>
              <a:t>		     </a:t>
            </a:r>
            <a:endParaRPr/>
          </a:p>
          <a:p>
            <a:pPr marL="342900" marR="0" lvl="0" indent="-342900" algn="l" rtl="0">
              <a:lnSpc>
                <a:spcPct val="80000"/>
              </a:lnSpc>
              <a:spcBef>
                <a:spcPts val="788"/>
              </a:spcBef>
              <a:spcAft>
                <a:spcPts val="0"/>
              </a:spcAft>
              <a:buNone/>
            </a:pPr>
            <a:r>
              <a:rPr lang="en-US" sz="1400">
                <a:solidFill>
                  <a:srgbClr val="000000"/>
                </a:solidFill>
                <a:latin typeface="Courier New"/>
                <a:ea typeface="Courier New"/>
                <a:cs typeface="Courier New"/>
                <a:sym typeface="Courier New"/>
              </a:rPr>
              <a:t>}</a:t>
            </a:r>
            <a:endParaRPr/>
          </a:p>
        </p:txBody>
      </p:sp>
      <p:sp>
        <p:nvSpPr>
          <p:cNvPr id="1035" name="Google Shape;1035;p37"/>
          <p:cNvSpPr/>
          <p:nvPr/>
        </p:nvSpPr>
        <p:spPr>
          <a:xfrm>
            <a:off x="8722267" y="1542518"/>
            <a:ext cx="609600" cy="288925"/>
          </a:xfrm>
          <a:prstGeom prst="ellipse">
            <a:avLst/>
          </a:prstGeom>
          <a:gradFill>
            <a:gsLst>
              <a:gs pos="0">
                <a:srgbClr val="F6BCBC"/>
              </a:gs>
              <a:gs pos="50000">
                <a:srgbClr val="F3ADAD"/>
              </a:gs>
              <a:gs pos="100000">
                <a:srgbClr val="F59F9F"/>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P1</a:t>
            </a:r>
            <a:endParaRPr/>
          </a:p>
        </p:txBody>
      </p:sp>
      <p:sp>
        <p:nvSpPr>
          <p:cNvPr id="1036" name="Google Shape;1036;p37"/>
          <p:cNvSpPr txBox="1"/>
          <p:nvPr/>
        </p:nvSpPr>
        <p:spPr>
          <a:xfrm>
            <a:off x="8844966" y="2061553"/>
            <a:ext cx="36420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hi</a:t>
            </a:r>
            <a:endParaRPr/>
          </a:p>
        </p:txBody>
      </p:sp>
      <p:cxnSp>
        <p:nvCxnSpPr>
          <p:cNvPr id="1037" name="Google Shape;1037;p37"/>
          <p:cNvCxnSpPr>
            <a:stCxn id="1035" idx="4"/>
            <a:endCxn id="1036" idx="0"/>
          </p:cNvCxnSpPr>
          <p:nvPr/>
        </p:nvCxnSpPr>
        <p:spPr>
          <a:xfrm>
            <a:off x="9027067" y="1831443"/>
            <a:ext cx="0" cy="230100"/>
          </a:xfrm>
          <a:prstGeom prst="straightConnector1">
            <a:avLst/>
          </a:prstGeom>
          <a:noFill/>
          <a:ln w="25400" cap="flat" cmpd="sng">
            <a:solidFill>
              <a:schemeClr val="dk1"/>
            </a:solidFill>
            <a:prstDash val="solid"/>
            <a:miter lim="800000"/>
            <a:headEnd type="none" w="sm" len="sm"/>
            <a:tailEnd type="triangle" w="med" len="med"/>
          </a:ln>
        </p:spPr>
      </p:cxnSp>
      <p:sp>
        <p:nvSpPr>
          <p:cNvPr id="1038" name="Google Shape;1038;p37"/>
          <p:cNvSpPr/>
          <p:nvPr/>
        </p:nvSpPr>
        <p:spPr>
          <a:xfrm>
            <a:off x="8722267" y="2738673"/>
            <a:ext cx="609600" cy="288925"/>
          </a:xfrm>
          <a:prstGeom prst="ellipse">
            <a:avLst/>
          </a:prstGeom>
          <a:gradFill>
            <a:gsLst>
              <a:gs pos="0">
                <a:srgbClr val="F6BCBC"/>
              </a:gs>
              <a:gs pos="50000">
                <a:srgbClr val="F3ADAD"/>
              </a:gs>
              <a:gs pos="100000">
                <a:srgbClr val="F59F9F"/>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P1</a:t>
            </a:r>
            <a:endParaRPr/>
          </a:p>
        </p:txBody>
      </p:sp>
      <p:sp>
        <p:nvSpPr>
          <p:cNvPr id="1039" name="Google Shape;1039;p37"/>
          <p:cNvSpPr/>
          <p:nvPr/>
        </p:nvSpPr>
        <p:spPr>
          <a:xfrm>
            <a:off x="10017667" y="2738672"/>
            <a:ext cx="609600" cy="288925"/>
          </a:xfrm>
          <a:prstGeom prst="ellipse">
            <a:avLst/>
          </a:prstGeom>
          <a:gradFill>
            <a:gsLst>
              <a:gs pos="0">
                <a:srgbClr val="F6BCBC"/>
              </a:gs>
              <a:gs pos="50000">
                <a:srgbClr val="F3ADAD"/>
              </a:gs>
              <a:gs pos="100000">
                <a:srgbClr val="F59F9F"/>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P2</a:t>
            </a:r>
            <a:endParaRPr/>
          </a:p>
        </p:txBody>
      </p:sp>
      <p:cxnSp>
        <p:nvCxnSpPr>
          <p:cNvPr id="1040" name="Google Shape;1040;p37"/>
          <p:cNvCxnSpPr>
            <a:stCxn id="1036" idx="2"/>
          </p:cNvCxnSpPr>
          <p:nvPr/>
        </p:nvCxnSpPr>
        <p:spPr>
          <a:xfrm>
            <a:off x="9027067" y="2430885"/>
            <a:ext cx="0" cy="307800"/>
          </a:xfrm>
          <a:prstGeom prst="straightConnector1">
            <a:avLst/>
          </a:prstGeom>
          <a:noFill/>
          <a:ln w="25400" cap="flat" cmpd="sng">
            <a:solidFill>
              <a:schemeClr val="dk1"/>
            </a:solidFill>
            <a:prstDash val="solid"/>
            <a:miter lim="800000"/>
            <a:headEnd type="none" w="sm" len="sm"/>
            <a:tailEnd type="triangle" w="med" len="med"/>
          </a:ln>
        </p:spPr>
      </p:cxnSp>
      <p:cxnSp>
        <p:nvCxnSpPr>
          <p:cNvPr id="1041" name="Google Shape;1041;p37"/>
          <p:cNvCxnSpPr>
            <a:stCxn id="1036" idx="2"/>
            <a:endCxn id="1039" idx="0"/>
          </p:cNvCxnSpPr>
          <p:nvPr/>
        </p:nvCxnSpPr>
        <p:spPr>
          <a:xfrm>
            <a:off x="9027067" y="2430885"/>
            <a:ext cx="1295400" cy="307800"/>
          </a:xfrm>
          <a:prstGeom prst="straightConnector1">
            <a:avLst/>
          </a:prstGeom>
          <a:noFill/>
          <a:ln w="25400" cap="flat" cmpd="sng">
            <a:solidFill>
              <a:schemeClr val="dk1"/>
            </a:solidFill>
            <a:prstDash val="solid"/>
            <a:miter lim="800000"/>
            <a:headEnd type="none" w="sm" len="sm"/>
            <a:tailEnd type="triangle" w="med" len="med"/>
          </a:ln>
        </p:spPr>
      </p:cxnSp>
      <p:sp>
        <p:nvSpPr>
          <p:cNvPr id="1042" name="Google Shape;1042;p37"/>
          <p:cNvSpPr/>
          <p:nvPr/>
        </p:nvSpPr>
        <p:spPr>
          <a:xfrm>
            <a:off x="8718233" y="3435494"/>
            <a:ext cx="609600" cy="288925"/>
          </a:xfrm>
          <a:prstGeom prst="ellipse">
            <a:avLst/>
          </a:prstGeom>
          <a:gradFill>
            <a:gsLst>
              <a:gs pos="0">
                <a:srgbClr val="F6BCBC"/>
              </a:gs>
              <a:gs pos="50000">
                <a:srgbClr val="F3ADAD"/>
              </a:gs>
              <a:gs pos="100000">
                <a:srgbClr val="F59F9F"/>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P1</a:t>
            </a:r>
            <a:endParaRPr/>
          </a:p>
        </p:txBody>
      </p:sp>
      <p:sp>
        <p:nvSpPr>
          <p:cNvPr id="1043" name="Google Shape;1043;p37"/>
          <p:cNvSpPr/>
          <p:nvPr/>
        </p:nvSpPr>
        <p:spPr>
          <a:xfrm>
            <a:off x="7360306" y="3435494"/>
            <a:ext cx="609600" cy="288925"/>
          </a:xfrm>
          <a:prstGeom prst="ellipse">
            <a:avLst/>
          </a:prstGeom>
          <a:gradFill>
            <a:gsLst>
              <a:gs pos="0">
                <a:srgbClr val="F6BCBC"/>
              </a:gs>
              <a:gs pos="50000">
                <a:srgbClr val="F3ADAD"/>
              </a:gs>
              <a:gs pos="100000">
                <a:srgbClr val="F59F9F"/>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P3</a:t>
            </a:r>
            <a:endParaRPr/>
          </a:p>
        </p:txBody>
      </p:sp>
      <p:cxnSp>
        <p:nvCxnSpPr>
          <p:cNvPr id="1044" name="Google Shape;1044;p37"/>
          <p:cNvCxnSpPr>
            <a:stCxn id="1038" idx="4"/>
            <a:endCxn id="1042" idx="0"/>
          </p:cNvCxnSpPr>
          <p:nvPr/>
        </p:nvCxnSpPr>
        <p:spPr>
          <a:xfrm flipH="1">
            <a:off x="9023167" y="3027598"/>
            <a:ext cx="3900" cy="408000"/>
          </a:xfrm>
          <a:prstGeom prst="straightConnector1">
            <a:avLst/>
          </a:prstGeom>
          <a:noFill/>
          <a:ln w="25400" cap="flat" cmpd="sng">
            <a:solidFill>
              <a:schemeClr val="dk1"/>
            </a:solidFill>
            <a:prstDash val="solid"/>
            <a:miter lim="800000"/>
            <a:headEnd type="none" w="sm" len="sm"/>
            <a:tailEnd type="triangle" w="med" len="med"/>
          </a:ln>
        </p:spPr>
      </p:cxnSp>
      <p:cxnSp>
        <p:nvCxnSpPr>
          <p:cNvPr id="1045" name="Google Shape;1045;p37"/>
          <p:cNvCxnSpPr>
            <a:stCxn id="1038" idx="4"/>
            <a:endCxn id="1043" idx="0"/>
          </p:cNvCxnSpPr>
          <p:nvPr/>
        </p:nvCxnSpPr>
        <p:spPr>
          <a:xfrm flipH="1">
            <a:off x="7665067" y="3027598"/>
            <a:ext cx="1362000" cy="408000"/>
          </a:xfrm>
          <a:prstGeom prst="straightConnector1">
            <a:avLst/>
          </a:prstGeom>
          <a:noFill/>
          <a:ln w="25400" cap="flat" cmpd="sng">
            <a:solidFill>
              <a:schemeClr val="dk1"/>
            </a:solidFill>
            <a:prstDash val="solid"/>
            <a:miter lim="800000"/>
            <a:headEnd type="none" w="sm" len="sm"/>
            <a:tailEnd type="triangle" w="med" len="med"/>
          </a:ln>
        </p:spPr>
      </p:cxnSp>
      <p:sp>
        <p:nvSpPr>
          <p:cNvPr id="1046" name="Google Shape;1046;p37"/>
          <p:cNvSpPr/>
          <p:nvPr/>
        </p:nvSpPr>
        <p:spPr>
          <a:xfrm>
            <a:off x="8718233" y="4333292"/>
            <a:ext cx="609600" cy="288925"/>
          </a:xfrm>
          <a:prstGeom prst="ellipse">
            <a:avLst/>
          </a:prstGeom>
          <a:gradFill>
            <a:gsLst>
              <a:gs pos="0">
                <a:srgbClr val="F6BCBC"/>
              </a:gs>
              <a:gs pos="50000">
                <a:srgbClr val="F3ADAD"/>
              </a:gs>
              <a:gs pos="100000">
                <a:srgbClr val="F59F9F"/>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P1</a:t>
            </a:r>
            <a:endParaRPr/>
          </a:p>
        </p:txBody>
      </p:sp>
      <p:sp>
        <p:nvSpPr>
          <p:cNvPr id="1047" name="Google Shape;1047;p37"/>
          <p:cNvSpPr/>
          <p:nvPr/>
        </p:nvSpPr>
        <p:spPr>
          <a:xfrm>
            <a:off x="9560467" y="4352156"/>
            <a:ext cx="609600" cy="288925"/>
          </a:xfrm>
          <a:prstGeom prst="ellipse">
            <a:avLst/>
          </a:prstGeom>
          <a:gradFill>
            <a:gsLst>
              <a:gs pos="0">
                <a:srgbClr val="F6BCBC"/>
              </a:gs>
              <a:gs pos="50000">
                <a:srgbClr val="F3ADAD"/>
              </a:gs>
              <a:gs pos="100000">
                <a:srgbClr val="F59F9F"/>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P4</a:t>
            </a:r>
            <a:endParaRPr/>
          </a:p>
        </p:txBody>
      </p:sp>
      <p:cxnSp>
        <p:nvCxnSpPr>
          <p:cNvPr id="1048" name="Google Shape;1048;p37"/>
          <p:cNvCxnSpPr>
            <a:stCxn id="1042" idx="4"/>
            <a:endCxn id="1046" idx="0"/>
          </p:cNvCxnSpPr>
          <p:nvPr/>
        </p:nvCxnSpPr>
        <p:spPr>
          <a:xfrm>
            <a:off x="9023033" y="3724419"/>
            <a:ext cx="0" cy="609000"/>
          </a:xfrm>
          <a:prstGeom prst="straightConnector1">
            <a:avLst/>
          </a:prstGeom>
          <a:noFill/>
          <a:ln w="25400" cap="flat" cmpd="sng">
            <a:solidFill>
              <a:schemeClr val="dk1"/>
            </a:solidFill>
            <a:prstDash val="solid"/>
            <a:miter lim="800000"/>
            <a:headEnd type="none" w="sm" len="sm"/>
            <a:tailEnd type="triangle" w="med" len="med"/>
          </a:ln>
        </p:spPr>
      </p:cxnSp>
      <p:cxnSp>
        <p:nvCxnSpPr>
          <p:cNvPr id="1049" name="Google Shape;1049;p37"/>
          <p:cNvCxnSpPr>
            <a:stCxn id="1042" idx="4"/>
            <a:endCxn id="1047" idx="0"/>
          </p:cNvCxnSpPr>
          <p:nvPr/>
        </p:nvCxnSpPr>
        <p:spPr>
          <a:xfrm>
            <a:off x="9023033" y="3724419"/>
            <a:ext cx="842100" cy="627600"/>
          </a:xfrm>
          <a:prstGeom prst="straightConnector1">
            <a:avLst/>
          </a:prstGeom>
          <a:noFill/>
          <a:ln w="25400" cap="flat" cmpd="sng">
            <a:solidFill>
              <a:schemeClr val="dk1"/>
            </a:solidFill>
            <a:prstDash val="solid"/>
            <a:miter lim="800000"/>
            <a:headEnd type="none" w="sm" len="sm"/>
            <a:tailEnd type="triangle" w="med" len="med"/>
          </a:ln>
        </p:spPr>
      </p:cxnSp>
      <p:sp>
        <p:nvSpPr>
          <p:cNvPr id="1050" name="Google Shape;1050;p37"/>
          <p:cNvSpPr/>
          <p:nvPr/>
        </p:nvSpPr>
        <p:spPr>
          <a:xfrm>
            <a:off x="7361649" y="4333292"/>
            <a:ext cx="609600" cy="288925"/>
          </a:xfrm>
          <a:prstGeom prst="ellipse">
            <a:avLst/>
          </a:prstGeom>
          <a:gradFill>
            <a:gsLst>
              <a:gs pos="0">
                <a:srgbClr val="F6BCBC"/>
              </a:gs>
              <a:gs pos="50000">
                <a:srgbClr val="F3ADAD"/>
              </a:gs>
              <a:gs pos="100000">
                <a:srgbClr val="F59F9F"/>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P3</a:t>
            </a:r>
            <a:endParaRPr/>
          </a:p>
        </p:txBody>
      </p:sp>
      <p:sp>
        <p:nvSpPr>
          <p:cNvPr id="1051" name="Google Shape;1051;p37"/>
          <p:cNvSpPr/>
          <p:nvPr/>
        </p:nvSpPr>
        <p:spPr>
          <a:xfrm>
            <a:off x="6546085" y="4352156"/>
            <a:ext cx="609600" cy="288925"/>
          </a:xfrm>
          <a:prstGeom prst="ellipse">
            <a:avLst/>
          </a:prstGeom>
          <a:gradFill>
            <a:gsLst>
              <a:gs pos="0">
                <a:srgbClr val="F6BCBC"/>
              </a:gs>
              <a:gs pos="50000">
                <a:srgbClr val="F3ADAD"/>
              </a:gs>
              <a:gs pos="100000">
                <a:srgbClr val="F59F9F"/>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P5</a:t>
            </a:r>
            <a:endParaRPr/>
          </a:p>
        </p:txBody>
      </p:sp>
      <p:cxnSp>
        <p:nvCxnSpPr>
          <p:cNvPr id="1052" name="Google Shape;1052;p37"/>
          <p:cNvCxnSpPr>
            <a:stCxn id="1043" idx="4"/>
            <a:endCxn id="1050" idx="0"/>
          </p:cNvCxnSpPr>
          <p:nvPr/>
        </p:nvCxnSpPr>
        <p:spPr>
          <a:xfrm>
            <a:off x="7665106" y="3724419"/>
            <a:ext cx="1200" cy="609000"/>
          </a:xfrm>
          <a:prstGeom prst="straightConnector1">
            <a:avLst/>
          </a:prstGeom>
          <a:noFill/>
          <a:ln w="25400" cap="flat" cmpd="sng">
            <a:solidFill>
              <a:schemeClr val="dk1"/>
            </a:solidFill>
            <a:prstDash val="solid"/>
            <a:miter lim="800000"/>
            <a:headEnd type="none" w="sm" len="sm"/>
            <a:tailEnd type="triangle" w="med" len="med"/>
          </a:ln>
        </p:spPr>
      </p:cxnSp>
      <p:cxnSp>
        <p:nvCxnSpPr>
          <p:cNvPr id="1053" name="Google Shape;1053;p37"/>
          <p:cNvCxnSpPr>
            <a:stCxn id="1043" idx="4"/>
            <a:endCxn id="1051" idx="0"/>
          </p:cNvCxnSpPr>
          <p:nvPr/>
        </p:nvCxnSpPr>
        <p:spPr>
          <a:xfrm flipH="1">
            <a:off x="6850906" y="3724419"/>
            <a:ext cx="814200" cy="627600"/>
          </a:xfrm>
          <a:prstGeom prst="straightConnector1">
            <a:avLst/>
          </a:prstGeom>
          <a:noFill/>
          <a:ln w="25400" cap="flat" cmpd="sng">
            <a:solidFill>
              <a:schemeClr val="dk1"/>
            </a:solidFill>
            <a:prstDash val="solid"/>
            <a:miter lim="800000"/>
            <a:headEnd type="none" w="sm" len="sm"/>
            <a:tailEnd type="triangle" w="med" len="med"/>
          </a:ln>
        </p:spPr>
      </p:cxnSp>
      <p:sp>
        <p:nvSpPr>
          <p:cNvPr id="1054" name="Google Shape;1054;p37"/>
          <p:cNvSpPr txBox="1"/>
          <p:nvPr/>
        </p:nvSpPr>
        <p:spPr>
          <a:xfrm>
            <a:off x="8586054" y="5069059"/>
            <a:ext cx="87395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0000"/>
                </a:solidFill>
                <a:latin typeface="Courier New"/>
                <a:ea typeface="Courier New"/>
                <a:cs typeface="Courier New"/>
                <a:sym typeface="Courier New"/>
              </a:rPr>
              <a:t>hello</a:t>
            </a:r>
            <a:endParaRPr sz="1800">
              <a:solidFill>
                <a:schemeClr val="dk1"/>
              </a:solidFill>
              <a:latin typeface="Calibri"/>
              <a:ea typeface="Calibri"/>
              <a:cs typeface="Calibri"/>
              <a:sym typeface="Calibri"/>
            </a:endParaRPr>
          </a:p>
        </p:txBody>
      </p:sp>
      <p:sp>
        <p:nvSpPr>
          <p:cNvPr id="1055" name="Google Shape;1055;p37"/>
          <p:cNvSpPr txBox="1"/>
          <p:nvPr/>
        </p:nvSpPr>
        <p:spPr>
          <a:xfrm>
            <a:off x="9560467" y="5069059"/>
            <a:ext cx="87395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0000"/>
                </a:solidFill>
                <a:latin typeface="Courier New"/>
                <a:ea typeface="Courier New"/>
                <a:cs typeface="Courier New"/>
                <a:sym typeface="Courier New"/>
              </a:rPr>
              <a:t>hello</a:t>
            </a:r>
            <a:endParaRPr sz="1800">
              <a:solidFill>
                <a:schemeClr val="dk1"/>
              </a:solidFill>
              <a:latin typeface="Calibri"/>
              <a:ea typeface="Calibri"/>
              <a:cs typeface="Calibri"/>
              <a:sym typeface="Calibri"/>
            </a:endParaRPr>
          </a:p>
        </p:txBody>
      </p:sp>
      <p:sp>
        <p:nvSpPr>
          <p:cNvPr id="1056" name="Google Shape;1056;p37"/>
          <p:cNvSpPr txBox="1"/>
          <p:nvPr/>
        </p:nvSpPr>
        <p:spPr>
          <a:xfrm>
            <a:off x="7292061" y="5000059"/>
            <a:ext cx="87395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0000"/>
                </a:solidFill>
                <a:latin typeface="Courier New"/>
                <a:ea typeface="Courier New"/>
                <a:cs typeface="Courier New"/>
                <a:sym typeface="Courier New"/>
              </a:rPr>
              <a:t>hello</a:t>
            </a:r>
            <a:endParaRPr sz="1800">
              <a:solidFill>
                <a:schemeClr val="dk1"/>
              </a:solidFill>
              <a:latin typeface="Calibri"/>
              <a:ea typeface="Calibri"/>
              <a:cs typeface="Calibri"/>
              <a:sym typeface="Calibri"/>
            </a:endParaRPr>
          </a:p>
        </p:txBody>
      </p:sp>
      <p:sp>
        <p:nvSpPr>
          <p:cNvPr id="1057" name="Google Shape;1057;p37"/>
          <p:cNvSpPr txBox="1"/>
          <p:nvPr/>
        </p:nvSpPr>
        <p:spPr>
          <a:xfrm>
            <a:off x="6384038" y="5000059"/>
            <a:ext cx="87395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0000"/>
                </a:solidFill>
                <a:latin typeface="Courier New"/>
                <a:ea typeface="Courier New"/>
                <a:cs typeface="Courier New"/>
                <a:sym typeface="Courier New"/>
              </a:rPr>
              <a:t>hello</a:t>
            </a:r>
            <a:endParaRPr sz="1800">
              <a:solidFill>
                <a:schemeClr val="dk1"/>
              </a:solidFill>
              <a:latin typeface="Calibri"/>
              <a:ea typeface="Calibri"/>
              <a:cs typeface="Calibri"/>
              <a:sym typeface="Calibri"/>
            </a:endParaRPr>
          </a:p>
        </p:txBody>
      </p:sp>
      <p:sp>
        <p:nvSpPr>
          <p:cNvPr id="1058" name="Google Shape;1058;p37"/>
          <p:cNvSpPr/>
          <p:nvPr/>
        </p:nvSpPr>
        <p:spPr>
          <a:xfrm>
            <a:off x="6212486" y="2430885"/>
            <a:ext cx="4267200" cy="4382665"/>
          </a:xfrm>
          <a:prstGeom prst="ellipse">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9" name="Google Shape;1059;p37"/>
          <p:cNvSpPr/>
          <p:nvPr/>
        </p:nvSpPr>
        <p:spPr>
          <a:xfrm>
            <a:off x="10193976" y="3291031"/>
            <a:ext cx="609600" cy="288925"/>
          </a:xfrm>
          <a:prstGeom prst="ellipse">
            <a:avLst/>
          </a:prstGeom>
          <a:gradFill>
            <a:gsLst>
              <a:gs pos="0">
                <a:srgbClr val="F6BCBC"/>
              </a:gs>
              <a:gs pos="50000">
                <a:srgbClr val="F3ADAD"/>
              </a:gs>
              <a:gs pos="100000">
                <a:srgbClr val="F59F9F"/>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P2</a:t>
            </a:r>
            <a:endParaRPr/>
          </a:p>
        </p:txBody>
      </p:sp>
      <p:sp>
        <p:nvSpPr>
          <p:cNvPr id="1060" name="Google Shape;1060;p37"/>
          <p:cNvSpPr/>
          <p:nvPr/>
        </p:nvSpPr>
        <p:spPr>
          <a:xfrm>
            <a:off x="11102930" y="3295283"/>
            <a:ext cx="609600" cy="288925"/>
          </a:xfrm>
          <a:prstGeom prst="ellipse">
            <a:avLst/>
          </a:prstGeom>
          <a:gradFill>
            <a:gsLst>
              <a:gs pos="0">
                <a:srgbClr val="F6BCBC"/>
              </a:gs>
              <a:gs pos="50000">
                <a:srgbClr val="F3ADAD"/>
              </a:gs>
              <a:gs pos="100000">
                <a:srgbClr val="F59F9F"/>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P6</a:t>
            </a:r>
            <a:endParaRPr/>
          </a:p>
        </p:txBody>
      </p:sp>
      <p:cxnSp>
        <p:nvCxnSpPr>
          <p:cNvPr id="1061" name="Google Shape;1061;p37"/>
          <p:cNvCxnSpPr>
            <a:stCxn id="1039" idx="4"/>
            <a:endCxn id="1059" idx="0"/>
          </p:cNvCxnSpPr>
          <p:nvPr/>
        </p:nvCxnSpPr>
        <p:spPr>
          <a:xfrm>
            <a:off x="10322467" y="3027597"/>
            <a:ext cx="176400" cy="263400"/>
          </a:xfrm>
          <a:prstGeom prst="straightConnector1">
            <a:avLst/>
          </a:prstGeom>
          <a:noFill/>
          <a:ln w="25400" cap="flat" cmpd="sng">
            <a:solidFill>
              <a:schemeClr val="dk1"/>
            </a:solidFill>
            <a:prstDash val="solid"/>
            <a:miter lim="800000"/>
            <a:headEnd type="none" w="sm" len="sm"/>
            <a:tailEnd type="triangle" w="med" len="med"/>
          </a:ln>
        </p:spPr>
      </p:cxnSp>
      <p:cxnSp>
        <p:nvCxnSpPr>
          <p:cNvPr id="1062" name="Google Shape;1062;p37"/>
          <p:cNvCxnSpPr>
            <a:stCxn id="1039" idx="4"/>
            <a:endCxn id="1060" idx="0"/>
          </p:cNvCxnSpPr>
          <p:nvPr/>
        </p:nvCxnSpPr>
        <p:spPr>
          <a:xfrm>
            <a:off x="10322467" y="3027597"/>
            <a:ext cx="1085400" cy="267600"/>
          </a:xfrm>
          <a:prstGeom prst="straightConnector1">
            <a:avLst/>
          </a:prstGeom>
          <a:noFill/>
          <a:ln w="25400" cap="flat" cmpd="sng">
            <a:solidFill>
              <a:schemeClr val="dk1"/>
            </a:solidFill>
            <a:prstDash val="solid"/>
            <a:miter lim="800000"/>
            <a:headEnd type="none" w="sm" len="sm"/>
            <a:tailEnd type="triangle" w="med" len="med"/>
          </a:ln>
        </p:spPr>
      </p:cxnSp>
      <p:sp>
        <p:nvSpPr>
          <p:cNvPr id="1063" name="Google Shape;1063;p37"/>
          <p:cNvSpPr/>
          <p:nvPr/>
        </p:nvSpPr>
        <p:spPr>
          <a:xfrm>
            <a:off x="10029724" y="2235504"/>
            <a:ext cx="2103896" cy="1584185"/>
          </a:xfrm>
          <a:prstGeom prst="ellipse">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4" name="Google Shape;1064;p37"/>
          <p:cNvSpPr txBox="1"/>
          <p:nvPr/>
        </p:nvSpPr>
        <p:spPr>
          <a:xfrm>
            <a:off x="11260781" y="3963960"/>
            <a:ext cx="51809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bye</a:t>
            </a:r>
            <a:endParaRPr/>
          </a:p>
        </p:txBody>
      </p:sp>
      <p:sp>
        <p:nvSpPr>
          <p:cNvPr id="1065" name="Google Shape;1065;p37"/>
          <p:cNvSpPr txBox="1"/>
          <p:nvPr/>
        </p:nvSpPr>
        <p:spPr>
          <a:xfrm>
            <a:off x="10347007" y="3933158"/>
            <a:ext cx="51809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bye</a:t>
            </a:r>
            <a:endParaRPr/>
          </a:p>
        </p:txBody>
      </p:sp>
      <p:sp>
        <p:nvSpPr>
          <p:cNvPr id="1066" name="Google Shape;1066;p37"/>
          <p:cNvSpPr txBox="1"/>
          <p:nvPr/>
        </p:nvSpPr>
        <p:spPr>
          <a:xfrm>
            <a:off x="9674767" y="5633772"/>
            <a:ext cx="51809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bye</a:t>
            </a:r>
            <a:endParaRPr/>
          </a:p>
        </p:txBody>
      </p:sp>
      <p:sp>
        <p:nvSpPr>
          <p:cNvPr id="1067" name="Google Shape;1067;p37"/>
          <p:cNvSpPr txBox="1"/>
          <p:nvPr/>
        </p:nvSpPr>
        <p:spPr>
          <a:xfrm>
            <a:off x="8754092" y="5633772"/>
            <a:ext cx="51809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bye</a:t>
            </a:r>
            <a:endParaRPr/>
          </a:p>
        </p:txBody>
      </p:sp>
      <p:sp>
        <p:nvSpPr>
          <p:cNvPr id="1068" name="Google Shape;1068;p37"/>
          <p:cNvSpPr txBox="1"/>
          <p:nvPr/>
        </p:nvSpPr>
        <p:spPr>
          <a:xfrm>
            <a:off x="7510079" y="5590624"/>
            <a:ext cx="51809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bye</a:t>
            </a:r>
            <a:endParaRPr/>
          </a:p>
        </p:txBody>
      </p:sp>
      <p:sp>
        <p:nvSpPr>
          <p:cNvPr id="1069" name="Google Shape;1069;p37"/>
          <p:cNvSpPr txBox="1"/>
          <p:nvPr/>
        </p:nvSpPr>
        <p:spPr>
          <a:xfrm>
            <a:off x="6591839" y="5529448"/>
            <a:ext cx="51809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bye</a:t>
            </a:r>
            <a:endParaRPr/>
          </a:p>
        </p:txBody>
      </p:sp>
      <p:sp>
        <p:nvSpPr>
          <p:cNvPr id="1070" name="Google Shape;1070;p37"/>
          <p:cNvSpPr txBox="1"/>
          <p:nvPr/>
        </p:nvSpPr>
        <p:spPr>
          <a:xfrm>
            <a:off x="825092" y="1009860"/>
            <a:ext cx="4676280" cy="494751"/>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2400" b="1">
                <a:solidFill>
                  <a:schemeClr val="lt1"/>
                </a:solidFill>
                <a:latin typeface="Arial"/>
                <a:ea typeface="Arial"/>
                <a:cs typeface="Arial"/>
                <a:sym typeface="Arial"/>
              </a:rPr>
              <a:t>Ví dụ tạo process với fork() (tt)</a:t>
            </a:r>
            <a:endParaRPr sz="2400" b="1">
              <a:solidFill>
                <a:schemeClr val="lt1"/>
              </a:solidFill>
              <a:latin typeface="Arial"/>
              <a:ea typeface="Arial"/>
              <a:cs typeface="Arial"/>
              <a:sym typeface="Arial"/>
            </a:endParaRPr>
          </a:p>
        </p:txBody>
      </p:sp>
      <p:sp>
        <p:nvSpPr>
          <p:cNvPr id="1071" name="Google Shape;1071;p37"/>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5. Các tác vụ đối với tiến trình</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3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3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3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3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4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4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4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4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4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4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4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4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4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4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5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5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5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5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5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5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05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05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05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05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060"/>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061"/>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06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06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064"/>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065"/>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066"/>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067"/>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068"/>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75"/>
        <p:cNvGrpSpPr/>
        <p:nvPr/>
      </p:nvGrpSpPr>
      <p:grpSpPr>
        <a:xfrm>
          <a:off x="0" y="0"/>
          <a:ext cx="0" cy="0"/>
          <a:chOff x="0" y="0"/>
          <a:chExt cx="0" cy="0"/>
        </a:xfrm>
      </p:grpSpPr>
      <p:sp>
        <p:nvSpPr>
          <p:cNvPr id="1076" name="Google Shape;1076;p38"/>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5. Các tác vụ đối với tiến trình</a:t>
            </a:r>
            <a:endParaRPr/>
          </a:p>
        </p:txBody>
      </p:sp>
      <p:sp>
        <p:nvSpPr>
          <p:cNvPr id="1077" name="Google Shape;1077;p38"/>
          <p:cNvSpPr txBox="1">
            <a:spLocks noGrp="1"/>
          </p:cNvSpPr>
          <p:nvPr>
            <p:ph type="body" idx="1"/>
          </p:nvPr>
        </p:nvSpPr>
        <p:spPr>
          <a:xfrm>
            <a:off x="774145" y="1233824"/>
            <a:ext cx="10579654" cy="4943139"/>
          </a:xfrm>
          <a:prstGeom prst="rect">
            <a:avLst/>
          </a:prstGeom>
          <a:noFill/>
          <a:ln>
            <a:noFill/>
          </a:ln>
        </p:spPr>
        <p:txBody>
          <a:bodyPr spcFirstLastPara="1" wrap="square" lIns="91425" tIns="45700" rIns="91425" bIns="45700" anchor="t" anchorCtr="0">
            <a:normAutofit/>
          </a:bodyPr>
          <a:lstStyle/>
          <a:p>
            <a:pPr marL="228600" lvl="0" indent="-228600" algn="just" rtl="0">
              <a:lnSpc>
                <a:spcPct val="130000"/>
              </a:lnSpc>
              <a:spcBef>
                <a:spcPts val="0"/>
              </a:spcBef>
              <a:spcAft>
                <a:spcPts val="0"/>
              </a:spcAft>
              <a:buClr>
                <a:srgbClr val="0072FF"/>
              </a:buClr>
              <a:buSzPts val="2800"/>
              <a:buChar char="•"/>
            </a:pPr>
            <a:r>
              <a:rPr lang="en-US" b="1">
                <a:solidFill>
                  <a:srgbClr val="0072FF"/>
                </a:solidFill>
              </a:rPr>
              <a:t>Kết thúc tiến trình:</a:t>
            </a:r>
            <a:endParaRPr/>
          </a:p>
          <a:p>
            <a:pPr marL="685800" lvl="1" indent="-228600" algn="just" rtl="0">
              <a:lnSpc>
                <a:spcPct val="130000"/>
              </a:lnSpc>
              <a:spcBef>
                <a:spcPts val="600"/>
              </a:spcBef>
              <a:spcAft>
                <a:spcPts val="0"/>
              </a:spcAft>
              <a:buClr>
                <a:schemeClr val="dk1"/>
              </a:buClr>
              <a:buSzPts val="2400"/>
              <a:buChar char="•"/>
            </a:pPr>
            <a:r>
              <a:rPr lang="en-US"/>
              <a:t>Tiến trình tự kết thúc.</a:t>
            </a:r>
            <a:endParaRPr/>
          </a:p>
          <a:p>
            <a:pPr marL="1143000" lvl="2" indent="-228600" algn="just" rtl="0">
              <a:lnSpc>
                <a:spcPct val="130000"/>
              </a:lnSpc>
              <a:spcBef>
                <a:spcPts val="600"/>
              </a:spcBef>
              <a:spcAft>
                <a:spcPts val="0"/>
              </a:spcAft>
              <a:buClr>
                <a:schemeClr val="dk1"/>
              </a:buClr>
              <a:buSzPts val="2000"/>
              <a:buChar char="•"/>
            </a:pPr>
            <a:r>
              <a:rPr lang="en-US"/>
              <a:t>Tiến trình kết thúc khi thực thi lệnh cuối và gọi system routine exit.</a:t>
            </a:r>
            <a:endParaRPr/>
          </a:p>
          <a:p>
            <a:pPr marL="685800" lvl="1" indent="-228600" algn="just" rtl="0">
              <a:lnSpc>
                <a:spcPct val="130000"/>
              </a:lnSpc>
              <a:spcBef>
                <a:spcPts val="600"/>
              </a:spcBef>
              <a:spcAft>
                <a:spcPts val="0"/>
              </a:spcAft>
              <a:buClr>
                <a:schemeClr val="dk1"/>
              </a:buClr>
              <a:buSzPts val="2400"/>
              <a:buChar char="•"/>
            </a:pPr>
            <a:r>
              <a:rPr lang="en-US"/>
              <a:t>Tiến trình kết thúc do tiến trình khác (có đủ quyền, vd: tiến trình cha của nó).</a:t>
            </a:r>
            <a:endParaRPr/>
          </a:p>
          <a:p>
            <a:pPr marL="1143000" lvl="2" indent="-228600" algn="just" rtl="0">
              <a:lnSpc>
                <a:spcPct val="130000"/>
              </a:lnSpc>
              <a:spcBef>
                <a:spcPts val="600"/>
              </a:spcBef>
              <a:spcAft>
                <a:spcPts val="0"/>
              </a:spcAft>
              <a:buClr>
                <a:schemeClr val="dk1"/>
              </a:buClr>
              <a:buSzPts val="2000"/>
              <a:buChar char="•"/>
            </a:pPr>
            <a:r>
              <a:rPr lang="en-US"/>
              <a:t>Gọi system routine abort với tham số là pid (process identifier) của tiến trình cần được kết thúc.</a:t>
            </a:r>
            <a:endParaRPr/>
          </a:p>
          <a:p>
            <a:pPr marL="685800" lvl="1" indent="-228600" algn="just" rtl="0">
              <a:lnSpc>
                <a:spcPct val="130000"/>
              </a:lnSpc>
              <a:spcBef>
                <a:spcPts val="600"/>
              </a:spcBef>
              <a:spcAft>
                <a:spcPts val="0"/>
              </a:spcAft>
              <a:buClr>
                <a:schemeClr val="dk1"/>
              </a:buClr>
              <a:buSzPts val="2400"/>
              <a:buChar char="•"/>
            </a:pPr>
            <a:r>
              <a:rPr lang="en-US"/>
              <a:t>Hệ điều hành thu hồi tất cả các tài nguyên của tiến trình kết thúc (vùng nhớ, I/O buffer,…).</a:t>
            </a:r>
            <a:endParaRPr/>
          </a:p>
        </p:txBody>
      </p:sp>
      <p:sp>
        <p:nvSpPr>
          <p:cNvPr id="1078" name="Google Shape;1078;p38"/>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1079" name="Google Shape;1079;p38"/>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83"/>
        <p:cNvGrpSpPr/>
        <p:nvPr/>
      </p:nvGrpSpPr>
      <p:grpSpPr>
        <a:xfrm>
          <a:off x="0" y="0"/>
          <a:ext cx="0" cy="0"/>
          <a:chOff x="0" y="0"/>
          <a:chExt cx="0" cy="0"/>
        </a:xfrm>
      </p:grpSpPr>
      <p:sp>
        <p:nvSpPr>
          <p:cNvPr id="1084" name="Google Shape;1084;p39"/>
          <p:cNvSpPr txBox="1">
            <a:spLocks noGrp="1"/>
          </p:cNvSpPr>
          <p:nvPr>
            <p:ph type="sldNum" idx="12"/>
          </p:nvPr>
        </p:nvSpPr>
        <p:spPr>
          <a:xfrm>
            <a:off x="11899392" y="6542216"/>
            <a:ext cx="292608" cy="31578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39</a:t>
            </a:fld>
            <a:endParaRPr/>
          </a:p>
        </p:txBody>
      </p:sp>
      <p:sp>
        <p:nvSpPr>
          <p:cNvPr id="1085" name="Google Shape;1085;p39"/>
          <p:cNvSpPr txBox="1">
            <a:spLocks noGrp="1"/>
          </p:cNvSpPr>
          <p:nvPr>
            <p:ph type="body" idx="1"/>
          </p:nvPr>
        </p:nvSpPr>
        <p:spPr>
          <a:xfrm>
            <a:off x="1470928" y="1620456"/>
            <a:ext cx="10080605" cy="135922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F7FF"/>
              </a:buClr>
              <a:buSzPts val="4400"/>
              <a:buNone/>
            </a:pPr>
            <a:r>
              <a:rPr lang="en-US"/>
              <a:t>CỘNG TÁC GIỮA CÁC TIẾN TRÌNH</a:t>
            </a:r>
            <a:endParaRPr/>
          </a:p>
        </p:txBody>
      </p:sp>
      <p:sp>
        <p:nvSpPr>
          <p:cNvPr id="1086" name="Google Shape;1086;p39"/>
          <p:cNvSpPr txBox="1">
            <a:spLocks noGrp="1"/>
          </p:cNvSpPr>
          <p:nvPr>
            <p:ph type="body" idx="3"/>
          </p:nvPr>
        </p:nvSpPr>
        <p:spPr>
          <a:xfrm>
            <a:off x="1470930" y="4137397"/>
            <a:ext cx="7147030" cy="916698"/>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rgbClr val="F2F2F2"/>
              </a:buClr>
              <a:buSzPts val="1000"/>
              <a:buNone/>
            </a:pPr>
            <a:endParaRPr/>
          </a:p>
        </p:txBody>
      </p:sp>
      <p:sp>
        <p:nvSpPr>
          <p:cNvPr id="1087" name="Google Shape;1087;p39"/>
          <p:cNvSpPr txBox="1">
            <a:spLocks noGrp="1"/>
          </p:cNvSpPr>
          <p:nvPr>
            <p:ph type="body" idx="4"/>
          </p:nvPr>
        </p:nvSpPr>
        <p:spPr>
          <a:xfrm>
            <a:off x="8896576" y="5231902"/>
            <a:ext cx="2521280" cy="1577819"/>
          </a:xfrm>
          <a:prstGeom prst="rect">
            <a:avLst/>
          </a:prstGeom>
          <a:noFill/>
          <a:ln>
            <a:noFill/>
          </a:ln>
        </p:spPr>
        <p:txBody>
          <a:bodyPr spcFirstLastPara="1" wrap="square" lIns="91425" tIns="45700" rIns="91425" bIns="45700" anchor="t" anchorCtr="0">
            <a:normAutofit lnSpcReduction="10000"/>
          </a:bodyPr>
          <a:lstStyle/>
          <a:p>
            <a:pPr marL="0" lvl="0" indent="0" algn="r" rtl="0">
              <a:lnSpc>
                <a:spcPct val="90000"/>
              </a:lnSpc>
              <a:spcBef>
                <a:spcPts val="0"/>
              </a:spcBef>
              <a:spcAft>
                <a:spcPts val="0"/>
              </a:spcAft>
              <a:buClr>
                <a:srgbClr val="00F7FF"/>
              </a:buClr>
              <a:buSzPts val="12000"/>
              <a:buNone/>
            </a:pPr>
            <a:r>
              <a:rPr lang="en-US"/>
              <a:t>6</a:t>
            </a:r>
            <a:endParaRPr/>
          </a:p>
        </p:txBody>
      </p:sp>
      <p:sp>
        <p:nvSpPr>
          <p:cNvPr id="1088" name="Google Shape;1088;p39"/>
          <p:cNvSpPr txBox="1">
            <a:spLocks noGrp="1"/>
          </p:cNvSpPr>
          <p:nvPr>
            <p:ph type="body" idx="2"/>
          </p:nvPr>
        </p:nvSpPr>
        <p:spPr>
          <a:xfrm>
            <a:off x="1470930" y="3169159"/>
            <a:ext cx="8913813" cy="6951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800"/>
              <a:buNone/>
            </a:pP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92"/>
        <p:cNvGrpSpPr/>
        <p:nvPr/>
      </p:nvGrpSpPr>
      <p:grpSpPr>
        <a:xfrm>
          <a:off x="0" y="0"/>
          <a:ext cx="0" cy="0"/>
          <a:chOff x="0" y="0"/>
          <a:chExt cx="0" cy="0"/>
        </a:xfrm>
      </p:grpSpPr>
      <p:sp>
        <p:nvSpPr>
          <p:cNvPr id="1093" name="Google Shape;1093;p40"/>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6. Cộng tác giữa các tiến trình</a:t>
            </a:r>
            <a:endParaRPr/>
          </a:p>
        </p:txBody>
      </p:sp>
      <p:sp>
        <p:nvSpPr>
          <p:cNvPr id="1094" name="Google Shape;1094;p40"/>
          <p:cNvSpPr txBox="1">
            <a:spLocks noGrp="1"/>
          </p:cNvSpPr>
          <p:nvPr>
            <p:ph type="body" idx="1"/>
          </p:nvPr>
        </p:nvSpPr>
        <p:spPr>
          <a:xfrm>
            <a:off x="855289" y="1130157"/>
            <a:ext cx="10579654" cy="5188450"/>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just" rtl="0">
              <a:lnSpc>
                <a:spcPct val="130000"/>
              </a:lnSpc>
              <a:spcBef>
                <a:spcPts val="0"/>
              </a:spcBef>
              <a:spcAft>
                <a:spcPts val="0"/>
              </a:spcAft>
              <a:buClr>
                <a:schemeClr val="dk1"/>
              </a:buClr>
              <a:buSzPct val="100000"/>
              <a:buChar char="•"/>
            </a:pPr>
            <a:r>
              <a:rPr lang="en-US" sz="2600"/>
              <a:t>Trong tiến trình thực thi, các tiến trình có thể cộng tác (cooperate) để hoàn thành công việc.</a:t>
            </a:r>
            <a:endParaRPr sz="2600"/>
          </a:p>
          <a:p>
            <a:pPr marL="228600" lvl="0" indent="-228600" algn="just" rtl="0">
              <a:lnSpc>
                <a:spcPct val="130000"/>
              </a:lnSpc>
              <a:spcBef>
                <a:spcPts val="600"/>
              </a:spcBef>
              <a:spcAft>
                <a:spcPts val="0"/>
              </a:spcAft>
              <a:buClr>
                <a:schemeClr val="dk1"/>
              </a:buClr>
              <a:buSzPct val="100000"/>
              <a:buChar char="•"/>
            </a:pPr>
            <a:r>
              <a:rPr lang="en-US" sz="2600"/>
              <a:t>Các tiến trình cộng tác để:</a:t>
            </a:r>
            <a:endParaRPr sz="2600"/>
          </a:p>
          <a:p>
            <a:pPr marL="685800" lvl="1" indent="-228600" algn="just" rtl="0">
              <a:lnSpc>
                <a:spcPct val="130000"/>
              </a:lnSpc>
              <a:spcBef>
                <a:spcPts val="600"/>
              </a:spcBef>
              <a:spcAft>
                <a:spcPts val="0"/>
              </a:spcAft>
              <a:buClr>
                <a:schemeClr val="dk1"/>
              </a:buClr>
              <a:buSzPct val="100000"/>
              <a:buChar char="•"/>
            </a:pPr>
            <a:r>
              <a:rPr lang="en-US"/>
              <a:t>Chia sẻ dữ liệu (information sharing)</a:t>
            </a:r>
            <a:endParaRPr/>
          </a:p>
          <a:p>
            <a:pPr marL="685800" lvl="1" indent="-228600" algn="just" rtl="0">
              <a:lnSpc>
                <a:spcPct val="130000"/>
              </a:lnSpc>
              <a:spcBef>
                <a:spcPts val="600"/>
              </a:spcBef>
              <a:spcAft>
                <a:spcPts val="0"/>
              </a:spcAft>
              <a:buClr>
                <a:schemeClr val="dk1"/>
              </a:buClr>
              <a:buSzPct val="100000"/>
              <a:buChar char="•"/>
            </a:pPr>
            <a:r>
              <a:rPr lang="en-US"/>
              <a:t>Tăng tốc tính toán (computational speedup)</a:t>
            </a:r>
            <a:endParaRPr/>
          </a:p>
          <a:p>
            <a:pPr marL="1143000" lvl="2" indent="-228600" algn="just" rtl="0">
              <a:lnSpc>
                <a:spcPct val="130000"/>
              </a:lnSpc>
              <a:spcBef>
                <a:spcPts val="600"/>
              </a:spcBef>
              <a:spcAft>
                <a:spcPts val="0"/>
              </a:spcAft>
              <a:buClr>
                <a:schemeClr val="dk1"/>
              </a:buClr>
              <a:buSzPct val="100000"/>
              <a:buChar char="•"/>
            </a:pPr>
            <a:r>
              <a:rPr lang="en-US" sz="2200"/>
              <a:t>Nếu hệ thống có nhiều CPU, chia công việc tính toán thành nhiều công việc tính toán nhỏ chạy song song</a:t>
            </a:r>
            <a:endParaRPr/>
          </a:p>
          <a:p>
            <a:pPr marL="685800" lvl="1" indent="-228600" algn="just" rtl="0">
              <a:lnSpc>
                <a:spcPct val="130000"/>
              </a:lnSpc>
              <a:spcBef>
                <a:spcPts val="600"/>
              </a:spcBef>
              <a:spcAft>
                <a:spcPts val="0"/>
              </a:spcAft>
              <a:buClr>
                <a:schemeClr val="dk1"/>
              </a:buClr>
              <a:buSzPct val="100000"/>
              <a:buChar char="•"/>
            </a:pPr>
            <a:r>
              <a:rPr lang="en-US"/>
              <a:t>Thực hiện một công việc chung</a:t>
            </a:r>
            <a:endParaRPr/>
          </a:p>
          <a:p>
            <a:pPr marL="1143000" lvl="2" indent="-228600" algn="just" rtl="0">
              <a:lnSpc>
                <a:spcPct val="130000"/>
              </a:lnSpc>
              <a:spcBef>
                <a:spcPts val="600"/>
              </a:spcBef>
              <a:spcAft>
                <a:spcPts val="0"/>
              </a:spcAft>
              <a:buClr>
                <a:schemeClr val="dk1"/>
              </a:buClr>
              <a:buSzPct val="100000"/>
              <a:buChar char="•"/>
            </a:pPr>
            <a:r>
              <a:rPr lang="en-US" sz="2200"/>
              <a:t>Xây dựng một phần mềm phức tạp bằng cách chia thành các module/process hợp tác nhau </a:t>
            </a:r>
            <a:endParaRPr/>
          </a:p>
          <a:p>
            <a:pPr marL="228600" lvl="0" indent="-228600" algn="just" rtl="0">
              <a:lnSpc>
                <a:spcPct val="130000"/>
              </a:lnSpc>
              <a:spcBef>
                <a:spcPts val="600"/>
              </a:spcBef>
              <a:spcAft>
                <a:spcPts val="0"/>
              </a:spcAft>
              <a:buClr>
                <a:schemeClr val="dk1"/>
              </a:buClr>
              <a:buSzPct val="100000"/>
              <a:buChar char="•"/>
            </a:pPr>
            <a:r>
              <a:rPr lang="en-US" sz="2600"/>
              <a:t>Sự cộng tác giữa các tiến trình yêu cầu hệ điều hành hỗ trợ cơ chế giao tiếp và cơ chế đồng bộ hoạt động của các tiến trình.</a:t>
            </a:r>
            <a:endParaRPr sz="2600"/>
          </a:p>
        </p:txBody>
      </p:sp>
      <p:sp>
        <p:nvSpPr>
          <p:cNvPr id="1095" name="Google Shape;1095;p40"/>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1096" name="Google Shape;1096;p40"/>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40</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94">
                                            <p:txEl>
                                              <p:pRg st="0" end="0"/>
                                            </p:txEl>
                                          </p:spTgt>
                                        </p:tgtEl>
                                        <p:attrNameLst>
                                          <p:attrName>style.visibility</p:attrName>
                                        </p:attrNameLst>
                                      </p:cBhvr>
                                      <p:to>
                                        <p:strVal val="visible"/>
                                      </p:to>
                                    </p:set>
                                    <p:anim calcmode="lin" valueType="num">
                                      <p:cBhvr additive="base">
                                        <p:cTn id="7" dur="500"/>
                                        <p:tgtEl>
                                          <p:spTgt spid="109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94">
                                            <p:txEl>
                                              <p:pRg st="1" end="1"/>
                                            </p:txEl>
                                          </p:spTgt>
                                        </p:tgtEl>
                                        <p:attrNameLst>
                                          <p:attrName>style.visibility</p:attrName>
                                        </p:attrNameLst>
                                      </p:cBhvr>
                                      <p:to>
                                        <p:strVal val="visible"/>
                                      </p:to>
                                    </p:set>
                                    <p:anim calcmode="lin" valueType="num">
                                      <p:cBhvr additive="base">
                                        <p:cTn id="12" dur="500"/>
                                        <p:tgtEl>
                                          <p:spTgt spid="109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94">
                                            <p:txEl>
                                              <p:pRg st="2" end="2"/>
                                            </p:txEl>
                                          </p:spTgt>
                                        </p:tgtEl>
                                        <p:attrNameLst>
                                          <p:attrName>style.visibility</p:attrName>
                                        </p:attrNameLst>
                                      </p:cBhvr>
                                      <p:to>
                                        <p:strVal val="visible"/>
                                      </p:to>
                                    </p:set>
                                    <p:anim calcmode="lin" valueType="num">
                                      <p:cBhvr additive="base">
                                        <p:cTn id="17" dur="500"/>
                                        <p:tgtEl>
                                          <p:spTgt spid="109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094">
                                            <p:txEl>
                                              <p:pRg st="3" end="3"/>
                                            </p:txEl>
                                          </p:spTgt>
                                        </p:tgtEl>
                                        <p:attrNameLst>
                                          <p:attrName>style.visibility</p:attrName>
                                        </p:attrNameLst>
                                      </p:cBhvr>
                                      <p:to>
                                        <p:strVal val="visible"/>
                                      </p:to>
                                    </p:set>
                                    <p:anim calcmode="lin" valueType="num">
                                      <p:cBhvr additive="base">
                                        <p:cTn id="22" dur="500"/>
                                        <p:tgtEl>
                                          <p:spTgt spid="109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094">
                                            <p:txEl>
                                              <p:pRg st="4" end="4"/>
                                            </p:txEl>
                                          </p:spTgt>
                                        </p:tgtEl>
                                        <p:attrNameLst>
                                          <p:attrName>style.visibility</p:attrName>
                                        </p:attrNameLst>
                                      </p:cBhvr>
                                      <p:to>
                                        <p:strVal val="visible"/>
                                      </p:to>
                                    </p:set>
                                    <p:anim calcmode="lin" valueType="num">
                                      <p:cBhvr additive="base">
                                        <p:cTn id="27" dur="500"/>
                                        <p:tgtEl>
                                          <p:spTgt spid="109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094">
                                            <p:txEl>
                                              <p:pRg st="5" end="5"/>
                                            </p:txEl>
                                          </p:spTgt>
                                        </p:tgtEl>
                                        <p:attrNameLst>
                                          <p:attrName>style.visibility</p:attrName>
                                        </p:attrNameLst>
                                      </p:cBhvr>
                                      <p:to>
                                        <p:strVal val="visible"/>
                                      </p:to>
                                    </p:set>
                                    <p:anim calcmode="lin" valueType="num">
                                      <p:cBhvr additive="base">
                                        <p:cTn id="32" dur="500"/>
                                        <p:tgtEl>
                                          <p:spTgt spid="109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94">
                                            <p:txEl>
                                              <p:pRg st="6" end="6"/>
                                            </p:txEl>
                                          </p:spTgt>
                                        </p:tgtEl>
                                        <p:attrNameLst>
                                          <p:attrName>style.visibility</p:attrName>
                                        </p:attrNameLst>
                                      </p:cBhvr>
                                      <p:to>
                                        <p:strVal val="visible"/>
                                      </p:to>
                                    </p:set>
                                    <p:anim calcmode="lin" valueType="num">
                                      <p:cBhvr additive="base">
                                        <p:cTn id="37" dur="500"/>
                                        <p:tgtEl>
                                          <p:spTgt spid="109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094">
                                            <p:txEl>
                                              <p:pRg st="7" end="7"/>
                                            </p:txEl>
                                          </p:spTgt>
                                        </p:tgtEl>
                                        <p:attrNameLst>
                                          <p:attrName>style.visibility</p:attrName>
                                        </p:attrNameLst>
                                      </p:cBhvr>
                                      <p:to>
                                        <p:strVal val="visible"/>
                                      </p:to>
                                    </p:set>
                                    <p:anim calcmode="lin" valueType="num">
                                      <p:cBhvr additive="base">
                                        <p:cTn id="42" dur="500"/>
                                        <p:tgtEl>
                                          <p:spTgt spid="109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00"/>
        <p:cNvGrpSpPr/>
        <p:nvPr/>
      </p:nvGrpSpPr>
      <p:grpSpPr>
        <a:xfrm>
          <a:off x="0" y="0"/>
          <a:ext cx="0" cy="0"/>
          <a:chOff x="0" y="0"/>
          <a:chExt cx="0" cy="0"/>
        </a:xfrm>
      </p:grpSpPr>
      <p:sp>
        <p:nvSpPr>
          <p:cNvPr id="1101" name="Google Shape;1101;p41"/>
          <p:cNvSpPr txBox="1">
            <a:spLocks noGrp="1"/>
          </p:cNvSpPr>
          <p:nvPr>
            <p:ph type="sldNum" idx="12"/>
          </p:nvPr>
        </p:nvSpPr>
        <p:spPr>
          <a:xfrm>
            <a:off x="11899392" y="6542216"/>
            <a:ext cx="292608" cy="31578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41</a:t>
            </a:fld>
            <a:endParaRPr/>
          </a:p>
        </p:txBody>
      </p:sp>
      <p:sp>
        <p:nvSpPr>
          <p:cNvPr id="1102" name="Google Shape;1102;p41"/>
          <p:cNvSpPr txBox="1">
            <a:spLocks noGrp="1"/>
          </p:cNvSpPr>
          <p:nvPr>
            <p:ph type="body" idx="1"/>
          </p:nvPr>
        </p:nvSpPr>
        <p:spPr>
          <a:xfrm>
            <a:off x="1470928" y="1620456"/>
            <a:ext cx="10080605" cy="135922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F7FF"/>
              </a:buClr>
              <a:buSzPts val="4400"/>
              <a:buNone/>
            </a:pPr>
            <a:r>
              <a:rPr lang="en-US"/>
              <a:t>CỘNG TÁC GIỮA CÁC TIẾN TRÌNH</a:t>
            </a:r>
            <a:endParaRPr/>
          </a:p>
        </p:txBody>
      </p:sp>
      <p:sp>
        <p:nvSpPr>
          <p:cNvPr id="1103" name="Google Shape;1103;p41"/>
          <p:cNvSpPr txBox="1">
            <a:spLocks noGrp="1"/>
          </p:cNvSpPr>
          <p:nvPr>
            <p:ph type="body" idx="3"/>
          </p:nvPr>
        </p:nvSpPr>
        <p:spPr>
          <a:xfrm>
            <a:off x="1470930" y="4137397"/>
            <a:ext cx="7147030" cy="916698"/>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rgbClr val="F2F2F2"/>
              </a:buClr>
              <a:buSzPts val="1000"/>
              <a:buNone/>
            </a:pPr>
            <a:endParaRPr/>
          </a:p>
        </p:txBody>
      </p:sp>
      <p:sp>
        <p:nvSpPr>
          <p:cNvPr id="1104" name="Google Shape;1104;p41"/>
          <p:cNvSpPr txBox="1">
            <a:spLocks noGrp="1"/>
          </p:cNvSpPr>
          <p:nvPr>
            <p:ph type="body" idx="4"/>
          </p:nvPr>
        </p:nvSpPr>
        <p:spPr>
          <a:xfrm>
            <a:off x="8896576" y="5231902"/>
            <a:ext cx="2521280" cy="1577819"/>
          </a:xfrm>
          <a:prstGeom prst="rect">
            <a:avLst/>
          </a:prstGeom>
          <a:noFill/>
          <a:ln>
            <a:noFill/>
          </a:ln>
        </p:spPr>
        <p:txBody>
          <a:bodyPr spcFirstLastPara="1" wrap="square" lIns="91425" tIns="45700" rIns="91425" bIns="45700" anchor="t" anchorCtr="0">
            <a:normAutofit lnSpcReduction="10000"/>
          </a:bodyPr>
          <a:lstStyle/>
          <a:p>
            <a:pPr marL="0" lvl="0" indent="0" algn="r" rtl="0">
              <a:lnSpc>
                <a:spcPct val="90000"/>
              </a:lnSpc>
              <a:spcBef>
                <a:spcPts val="0"/>
              </a:spcBef>
              <a:spcAft>
                <a:spcPts val="0"/>
              </a:spcAft>
              <a:buClr>
                <a:srgbClr val="00F7FF"/>
              </a:buClr>
              <a:buSzPts val="12000"/>
              <a:buNone/>
            </a:pPr>
            <a:r>
              <a:rPr lang="en-US"/>
              <a:t>6</a:t>
            </a:r>
            <a:endParaRPr/>
          </a:p>
        </p:txBody>
      </p:sp>
      <p:sp>
        <p:nvSpPr>
          <p:cNvPr id="1105" name="Google Shape;1105;p41"/>
          <p:cNvSpPr txBox="1">
            <a:spLocks noGrp="1"/>
          </p:cNvSpPr>
          <p:nvPr>
            <p:ph type="body" idx="2"/>
          </p:nvPr>
        </p:nvSpPr>
        <p:spPr>
          <a:xfrm>
            <a:off x="1470930" y="3169159"/>
            <a:ext cx="8913813" cy="6951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800"/>
              <a:buNone/>
            </a:pPr>
            <a:r>
              <a:rPr lang="en-US"/>
              <a:t>6.1. Giao tiếp liên tiến trình (IPC)</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09"/>
        <p:cNvGrpSpPr/>
        <p:nvPr/>
      </p:nvGrpSpPr>
      <p:grpSpPr>
        <a:xfrm>
          <a:off x="0" y="0"/>
          <a:ext cx="0" cy="0"/>
          <a:chOff x="0" y="0"/>
          <a:chExt cx="0" cy="0"/>
        </a:xfrm>
      </p:grpSpPr>
      <p:sp>
        <p:nvSpPr>
          <p:cNvPr id="1110" name="Google Shape;1110;p42"/>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000"/>
              <a:buFont typeface="Times New Roman"/>
              <a:buNone/>
            </a:pPr>
            <a:r>
              <a:rPr lang="en-US" sz="4000"/>
              <a:t>6.1. Giao tiếp liên tiến trình (IPC)</a:t>
            </a:r>
            <a:endParaRPr/>
          </a:p>
        </p:txBody>
      </p:sp>
      <p:sp>
        <p:nvSpPr>
          <p:cNvPr id="1111" name="Google Shape;1111;p42"/>
          <p:cNvSpPr txBox="1">
            <a:spLocks noGrp="1"/>
          </p:cNvSpPr>
          <p:nvPr>
            <p:ph type="body" idx="1"/>
          </p:nvPr>
        </p:nvSpPr>
        <p:spPr>
          <a:xfrm>
            <a:off x="774145" y="1233824"/>
            <a:ext cx="10579654" cy="4943139"/>
          </a:xfrm>
          <a:prstGeom prst="rect">
            <a:avLst/>
          </a:prstGeom>
          <a:noFill/>
          <a:ln>
            <a:noFill/>
          </a:ln>
        </p:spPr>
        <p:txBody>
          <a:bodyPr spcFirstLastPara="1" wrap="square" lIns="91425" tIns="45700" rIns="91425" bIns="45700" anchor="t" anchorCtr="0">
            <a:normAutofit/>
          </a:bodyPr>
          <a:lstStyle/>
          <a:p>
            <a:pPr marL="228600" lvl="0" indent="-228600" algn="just" rtl="0">
              <a:lnSpc>
                <a:spcPct val="130000"/>
              </a:lnSpc>
              <a:spcBef>
                <a:spcPts val="0"/>
              </a:spcBef>
              <a:spcAft>
                <a:spcPts val="0"/>
              </a:spcAft>
              <a:buClr>
                <a:schemeClr val="dk1"/>
              </a:buClr>
              <a:buSzPts val="2800"/>
              <a:buChar char="•"/>
            </a:pPr>
            <a:r>
              <a:rPr lang="en-US"/>
              <a:t>IPC (Inter Process Communication) là cơ chế cung cấp bởi hệ điều hành nhằm giúp các tiến trình: </a:t>
            </a:r>
            <a:endParaRPr/>
          </a:p>
          <a:p>
            <a:pPr marL="685800" lvl="1" indent="-228600" algn="just" rtl="0">
              <a:lnSpc>
                <a:spcPct val="130000"/>
              </a:lnSpc>
              <a:spcBef>
                <a:spcPts val="600"/>
              </a:spcBef>
              <a:spcAft>
                <a:spcPts val="0"/>
              </a:spcAft>
              <a:buClr>
                <a:schemeClr val="dk1"/>
              </a:buClr>
              <a:buSzPts val="2400"/>
              <a:buChar char="•"/>
            </a:pPr>
            <a:r>
              <a:rPr lang="en-US"/>
              <a:t>Giao tiếp với nhau</a:t>
            </a:r>
            <a:endParaRPr/>
          </a:p>
          <a:p>
            <a:pPr marL="685800" lvl="1" indent="-228600" algn="just" rtl="0">
              <a:lnSpc>
                <a:spcPct val="130000"/>
              </a:lnSpc>
              <a:spcBef>
                <a:spcPts val="600"/>
              </a:spcBef>
              <a:spcAft>
                <a:spcPts val="0"/>
              </a:spcAft>
              <a:buClr>
                <a:schemeClr val="dk1"/>
              </a:buClr>
              <a:buSzPts val="2400"/>
              <a:buChar char="•"/>
            </a:pPr>
            <a:r>
              <a:rPr lang="en-US"/>
              <a:t>Đồng bộ hoạt động</a:t>
            </a:r>
            <a:endParaRPr/>
          </a:p>
          <a:p>
            <a:pPr marL="228600" lvl="0" indent="-228600" algn="just" rtl="0">
              <a:lnSpc>
                <a:spcPct val="130000"/>
              </a:lnSpc>
              <a:spcBef>
                <a:spcPts val="600"/>
              </a:spcBef>
              <a:spcAft>
                <a:spcPts val="0"/>
              </a:spcAft>
              <a:buClr>
                <a:schemeClr val="dk1"/>
              </a:buClr>
              <a:buSzPts val="2800"/>
              <a:buChar char="•"/>
            </a:pPr>
            <a:r>
              <a:rPr lang="en-US"/>
              <a:t>Hai mô hình IPC:</a:t>
            </a:r>
            <a:endParaRPr/>
          </a:p>
          <a:p>
            <a:pPr marL="685800" lvl="1" indent="-228600" algn="just" rtl="0">
              <a:lnSpc>
                <a:spcPct val="130000"/>
              </a:lnSpc>
              <a:spcBef>
                <a:spcPts val="600"/>
              </a:spcBef>
              <a:spcAft>
                <a:spcPts val="0"/>
              </a:spcAft>
              <a:buClr>
                <a:schemeClr val="dk1"/>
              </a:buClr>
              <a:buSzPts val="2400"/>
              <a:buChar char="•"/>
            </a:pPr>
            <a:r>
              <a:rPr lang="en-US"/>
              <a:t>Shared memory</a:t>
            </a:r>
            <a:endParaRPr/>
          </a:p>
          <a:p>
            <a:pPr marL="685800" lvl="1" indent="-228600" algn="just" rtl="0">
              <a:lnSpc>
                <a:spcPct val="130000"/>
              </a:lnSpc>
              <a:spcBef>
                <a:spcPts val="600"/>
              </a:spcBef>
              <a:spcAft>
                <a:spcPts val="0"/>
              </a:spcAft>
              <a:buClr>
                <a:schemeClr val="dk1"/>
              </a:buClr>
              <a:buSzPts val="2400"/>
              <a:buChar char="•"/>
            </a:pPr>
            <a:r>
              <a:rPr lang="en-US"/>
              <a:t>Message passing</a:t>
            </a:r>
            <a:endParaRPr/>
          </a:p>
          <a:p>
            <a:pPr marL="228600" lvl="0" indent="-101600" algn="just" rtl="0">
              <a:lnSpc>
                <a:spcPct val="130000"/>
              </a:lnSpc>
              <a:spcBef>
                <a:spcPts val="600"/>
              </a:spcBef>
              <a:spcAft>
                <a:spcPts val="0"/>
              </a:spcAft>
              <a:buClr>
                <a:schemeClr val="dk1"/>
              </a:buClr>
              <a:buSzPts val="2000"/>
              <a:buNone/>
            </a:pPr>
            <a:endParaRPr sz="2000"/>
          </a:p>
        </p:txBody>
      </p:sp>
      <p:sp>
        <p:nvSpPr>
          <p:cNvPr id="1112" name="Google Shape;1112;p42"/>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1113" name="Google Shape;1113;p42"/>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42</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11">
                                            <p:txEl>
                                              <p:pRg st="0" end="0"/>
                                            </p:txEl>
                                          </p:spTgt>
                                        </p:tgtEl>
                                        <p:attrNameLst>
                                          <p:attrName>style.visibility</p:attrName>
                                        </p:attrNameLst>
                                      </p:cBhvr>
                                      <p:to>
                                        <p:strVal val="visible"/>
                                      </p:to>
                                    </p:set>
                                    <p:anim calcmode="lin" valueType="num">
                                      <p:cBhvr additive="base">
                                        <p:cTn id="7" dur="500"/>
                                        <p:tgtEl>
                                          <p:spTgt spid="11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11">
                                            <p:txEl>
                                              <p:pRg st="1" end="1"/>
                                            </p:txEl>
                                          </p:spTgt>
                                        </p:tgtEl>
                                        <p:attrNameLst>
                                          <p:attrName>style.visibility</p:attrName>
                                        </p:attrNameLst>
                                      </p:cBhvr>
                                      <p:to>
                                        <p:strVal val="visible"/>
                                      </p:to>
                                    </p:set>
                                    <p:anim calcmode="lin" valueType="num">
                                      <p:cBhvr additive="base">
                                        <p:cTn id="12" dur="500"/>
                                        <p:tgtEl>
                                          <p:spTgt spid="11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11">
                                            <p:txEl>
                                              <p:pRg st="2" end="2"/>
                                            </p:txEl>
                                          </p:spTgt>
                                        </p:tgtEl>
                                        <p:attrNameLst>
                                          <p:attrName>style.visibility</p:attrName>
                                        </p:attrNameLst>
                                      </p:cBhvr>
                                      <p:to>
                                        <p:strVal val="visible"/>
                                      </p:to>
                                    </p:set>
                                    <p:anim calcmode="lin" valueType="num">
                                      <p:cBhvr additive="base">
                                        <p:cTn id="17" dur="500"/>
                                        <p:tgtEl>
                                          <p:spTgt spid="11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111">
                                            <p:txEl>
                                              <p:pRg st="3" end="3"/>
                                            </p:txEl>
                                          </p:spTgt>
                                        </p:tgtEl>
                                        <p:attrNameLst>
                                          <p:attrName>style.visibility</p:attrName>
                                        </p:attrNameLst>
                                      </p:cBhvr>
                                      <p:to>
                                        <p:strVal val="visible"/>
                                      </p:to>
                                    </p:set>
                                    <p:anim calcmode="lin" valueType="num">
                                      <p:cBhvr additive="base">
                                        <p:cTn id="22" dur="500"/>
                                        <p:tgtEl>
                                          <p:spTgt spid="11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111">
                                            <p:txEl>
                                              <p:pRg st="4" end="4"/>
                                            </p:txEl>
                                          </p:spTgt>
                                        </p:tgtEl>
                                        <p:attrNameLst>
                                          <p:attrName>style.visibility</p:attrName>
                                        </p:attrNameLst>
                                      </p:cBhvr>
                                      <p:to>
                                        <p:strVal val="visible"/>
                                      </p:to>
                                    </p:set>
                                    <p:anim calcmode="lin" valueType="num">
                                      <p:cBhvr additive="base">
                                        <p:cTn id="27" dur="500"/>
                                        <p:tgtEl>
                                          <p:spTgt spid="111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111">
                                            <p:txEl>
                                              <p:pRg st="5" end="5"/>
                                            </p:txEl>
                                          </p:spTgt>
                                        </p:tgtEl>
                                        <p:attrNameLst>
                                          <p:attrName>style.visibility</p:attrName>
                                        </p:attrNameLst>
                                      </p:cBhvr>
                                      <p:to>
                                        <p:strVal val="visible"/>
                                      </p:to>
                                    </p:set>
                                    <p:anim calcmode="lin" valueType="num">
                                      <p:cBhvr additive="base">
                                        <p:cTn id="32" dur="500"/>
                                        <p:tgtEl>
                                          <p:spTgt spid="1111">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111">
                                            <p:txEl>
                                              <p:pRg st="6" end="6"/>
                                            </p:txEl>
                                          </p:spTgt>
                                        </p:tgtEl>
                                        <p:attrNameLst>
                                          <p:attrName>style.visibility</p:attrName>
                                        </p:attrNameLst>
                                      </p:cBhvr>
                                      <p:to>
                                        <p:strVal val="visible"/>
                                      </p:to>
                                    </p:set>
                                    <p:anim calcmode="lin" valueType="num">
                                      <p:cBhvr additive="base">
                                        <p:cTn id="37" dur="500"/>
                                        <p:tgtEl>
                                          <p:spTgt spid="1111">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17"/>
        <p:cNvGrpSpPr/>
        <p:nvPr/>
      </p:nvGrpSpPr>
      <p:grpSpPr>
        <a:xfrm>
          <a:off x="0" y="0"/>
          <a:ext cx="0" cy="0"/>
          <a:chOff x="0" y="0"/>
          <a:chExt cx="0" cy="0"/>
        </a:xfrm>
      </p:grpSpPr>
      <p:sp>
        <p:nvSpPr>
          <p:cNvPr id="1118" name="Google Shape;1118;p43"/>
          <p:cNvSpPr txBox="1">
            <a:spLocks noGrp="1"/>
          </p:cNvSpPr>
          <p:nvPr>
            <p:ph type="title"/>
          </p:nvPr>
        </p:nvSpPr>
        <p:spPr>
          <a:xfrm>
            <a:off x="1142797" y="163535"/>
            <a:ext cx="10515600" cy="895682"/>
          </a:xfrm>
          <a:prstGeom prst="rect">
            <a:avLst/>
          </a:prstGeom>
          <a:noFill/>
          <a:ln>
            <a:noFill/>
          </a:ln>
        </p:spPr>
        <p:txBody>
          <a:bodyPr spcFirstLastPara="1" wrap="square" lIns="91425" tIns="45700" rIns="91425" bIns="45700" anchor="ctr" anchorCtr="0">
            <a:normAutofit/>
          </a:bodyPr>
          <a:lstStyle/>
          <a:p>
            <a:pPr marL="0" lvl="0" indent="0" algn="l" rtl="0">
              <a:lnSpc>
                <a:spcPct val="120000"/>
              </a:lnSpc>
              <a:spcBef>
                <a:spcPts val="0"/>
              </a:spcBef>
              <a:spcAft>
                <a:spcPts val="0"/>
              </a:spcAft>
              <a:buClr>
                <a:srgbClr val="0072FF"/>
              </a:buClr>
              <a:buSzPts val="4400"/>
              <a:buFont typeface="Times New Roman"/>
              <a:buNone/>
            </a:pPr>
            <a:r>
              <a:rPr lang="en-US"/>
              <a:t>6.1. Giao tiếp liên tiến trình (IPC)</a:t>
            </a:r>
            <a:endParaRPr/>
          </a:p>
        </p:txBody>
      </p:sp>
      <p:sp>
        <p:nvSpPr>
          <p:cNvPr id="1119" name="Google Shape;1119;p43"/>
          <p:cNvSpPr txBox="1">
            <a:spLocks noGrp="1"/>
          </p:cNvSpPr>
          <p:nvPr>
            <p:ph type="body" idx="1"/>
          </p:nvPr>
        </p:nvSpPr>
        <p:spPr>
          <a:xfrm>
            <a:off x="335360" y="1412776"/>
            <a:ext cx="11521280" cy="4824536"/>
          </a:xfrm>
          <a:prstGeom prst="rect">
            <a:avLst/>
          </a:prstGeom>
          <a:noFill/>
          <a:ln>
            <a:noFill/>
          </a:ln>
        </p:spPr>
        <p:txBody>
          <a:bodyPr spcFirstLastPara="1" wrap="square" lIns="91425" tIns="45700" rIns="91425" bIns="45700" anchor="t" anchorCtr="0">
            <a:normAutofit/>
          </a:bodyPr>
          <a:lstStyle/>
          <a:p>
            <a:pPr marL="0" lvl="0" indent="0" algn="ctr" rtl="0">
              <a:lnSpc>
                <a:spcPct val="130000"/>
              </a:lnSpc>
              <a:spcBef>
                <a:spcPts val="0"/>
              </a:spcBef>
              <a:spcAft>
                <a:spcPts val="0"/>
              </a:spcAft>
              <a:buClr>
                <a:srgbClr val="000000"/>
              </a:buClr>
              <a:buSzPts val="2800"/>
              <a:buNone/>
            </a:pPr>
            <a:r>
              <a:rPr lang="en-US">
                <a:solidFill>
                  <a:srgbClr val="000000"/>
                </a:solidFill>
                <a:latin typeface="Arial"/>
                <a:ea typeface="Arial"/>
                <a:cs typeface="Arial"/>
                <a:sym typeface="Arial"/>
              </a:rPr>
              <a:t>(a) Shared memory.  	(b) Message passing. </a:t>
            </a:r>
            <a:r>
              <a:rPr lang="en-US">
                <a:latin typeface="Arial"/>
                <a:ea typeface="Arial"/>
                <a:cs typeface="Arial"/>
                <a:sym typeface="Arial"/>
              </a:rPr>
              <a:t> </a:t>
            </a:r>
            <a:endParaRPr/>
          </a:p>
          <a:p>
            <a:pPr marL="228600" lvl="0" indent="-50800" algn="just" rtl="0">
              <a:lnSpc>
                <a:spcPct val="130000"/>
              </a:lnSpc>
              <a:spcBef>
                <a:spcPts val="600"/>
              </a:spcBef>
              <a:spcAft>
                <a:spcPts val="0"/>
              </a:spcAft>
              <a:buClr>
                <a:schemeClr val="dk1"/>
              </a:buClr>
              <a:buSzPts val="2800"/>
              <a:buNone/>
            </a:pPr>
            <a:endParaRPr/>
          </a:p>
        </p:txBody>
      </p:sp>
      <p:sp>
        <p:nvSpPr>
          <p:cNvPr id="1120" name="Google Shape;1120;p43"/>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1121" name="Google Shape;1121;p43"/>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43</a:t>
            </a:fld>
            <a:endParaRPr/>
          </a:p>
        </p:txBody>
      </p:sp>
      <p:pic>
        <p:nvPicPr>
          <p:cNvPr id="1122" name="Google Shape;1122;p43"/>
          <p:cNvPicPr preferRelativeResize="0"/>
          <p:nvPr/>
        </p:nvPicPr>
        <p:blipFill rotWithShape="1">
          <a:blip r:embed="rId3">
            <a:alphaModFix/>
          </a:blip>
          <a:srcRect/>
          <a:stretch/>
        </p:blipFill>
        <p:spPr>
          <a:xfrm>
            <a:off x="2855914" y="2238400"/>
            <a:ext cx="6246813" cy="3998913"/>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26"/>
        <p:cNvGrpSpPr/>
        <p:nvPr/>
      </p:nvGrpSpPr>
      <p:grpSpPr>
        <a:xfrm>
          <a:off x="0" y="0"/>
          <a:ext cx="0" cy="0"/>
          <a:chOff x="0" y="0"/>
          <a:chExt cx="0" cy="0"/>
        </a:xfrm>
      </p:grpSpPr>
      <p:sp>
        <p:nvSpPr>
          <p:cNvPr id="1127" name="Google Shape;1127;p44"/>
          <p:cNvSpPr txBox="1">
            <a:spLocks noGrp="1"/>
          </p:cNvSpPr>
          <p:nvPr>
            <p:ph type="sldNum" idx="12"/>
          </p:nvPr>
        </p:nvSpPr>
        <p:spPr>
          <a:xfrm>
            <a:off x="11899392" y="6542216"/>
            <a:ext cx="292608" cy="31578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44</a:t>
            </a:fld>
            <a:endParaRPr/>
          </a:p>
        </p:txBody>
      </p:sp>
      <p:sp>
        <p:nvSpPr>
          <p:cNvPr id="1128" name="Google Shape;1128;p44"/>
          <p:cNvSpPr txBox="1">
            <a:spLocks noGrp="1"/>
          </p:cNvSpPr>
          <p:nvPr>
            <p:ph type="body" idx="1"/>
          </p:nvPr>
        </p:nvSpPr>
        <p:spPr>
          <a:xfrm>
            <a:off x="1470928" y="1620456"/>
            <a:ext cx="10080605" cy="135922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F7FF"/>
              </a:buClr>
              <a:buSzPts val="4400"/>
              <a:buNone/>
            </a:pPr>
            <a:r>
              <a:rPr lang="en-US"/>
              <a:t>CỘNG TÁC GIỮA CÁC TIẾN TRÌNH</a:t>
            </a:r>
            <a:endParaRPr/>
          </a:p>
        </p:txBody>
      </p:sp>
      <p:sp>
        <p:nvSpPr>
          <p:cNvPr id="1129" name="Google Shape;1129;p44"/>
          <p:cNvSpPr txBox="1">
            <a:spLocks noGrp="1"/>
          </p:cNvSpPr>
          <p:nvPr>
            <p:ph type="body" idx="3"/>
          </p:nvPr>
        </p:nvSpPr>
        <p:spPr>
          <a:xfrm>
            <a:off x="1470930" y="4137397"/>
            <a:ext cx="7147030" cy="916698"/>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rgbClr val="F2F2F2"/>
              </a:buClr>
              <a:buSzPts val="1000"/>
              <a:buNone/>
            </a:pPr>
            <a:endParaRPr/>
          </a:p>
        </p:txBody>
      </p:sp>
      <p:sp>
        <p:nvSpPr>
          <p:cNvPr id="1130" name="Google Shape;1130;p44"/>
          <p:cNvSpPr txBox="1">
            <a:spLocks noGrp="1"/>
          </p:cNvSpPr>
          <p:nvPr>
            <p:ph type="body" idx="4"/>
          </p:nvPr>
        </p:nvSpPr>
        <p:spPr>
          <a:xfrm>
            <a:off x="8896576" y="5231902"/>
            <a:ext cx="2521280" cy="1577819"/>
          </a:xfrm>
          <a:prstGeom prst="rect">
            <a:avLst/>
          </a:prstGeom>
          <a:noFill/>
          <a:ln>
            <a:noFill/>
          </a:ln>
        </p:spPr>
        <p:txBody>
          <a:bodyPr spcFirstLastPara="1" wrap="square" lIns="91425" tIns="45700" rIns="91425" bIns="45700" anchor="t" anchorCtr="0">
            <a:normAutofit lnSpcReduction="10000"/>
          </a:bodyPr>
          <a:lstStyle/>
          <a:p>
            <a:pPr marL="0" lvl="0" indent="0" algn="r" rtl="0">
              <a:lnSpc>
                <a:spcPct val="90000"/>
              </a:lnSpc>
              <a:spcBef>
                <a:spcPts val="0"/>
              </a:spcBef>
              <a:spcAft>
                <a:spcPts val="0"/>
              </a:spcAft>
              <a:buClr>
                <a:srgbClr val="00F7FF"/>
              </a:buClr>
              <a:buSzPts val="12000"/>
              <a:buNone/>
            </a:pPr>
            <a:r>
              <a:rPr lang="en-US"/>
              <a:t>6</a:t>
            </a:r>
            <a:endParaRPr/>
          </a:p>
        </p:txBody>
      </p:sp>
      <p:sp>
        <p:nvSpPr>
          <p:cNvPr id="1131" name="Google Shape;1131;p44"/>
          <p:cNvSpPr txBox="1">
            <a:spLocks noGrp="1"/>
          </p:cNvSpPr>
          <p:nvPr>
            <p:ph type="body" idx="2"/>
          </p:nvPr>
        </p:nvSpPr>
        <p:spPr>
          <a:xfrm>
            <a:off x="1470930" y="3169159"/>
            <a:ext cx="8913813" cy="6951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800"/>
              <a:buNone/>
            </a:pPr>
            <a:r>
              <a:rPr lang="en-US"/>
              <a:t>6.2. Bộ nhớ được chia sẻ - Shared memory</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35"/>
        <p:cNvGrpSpPr/>
        <p:nvPr/>
      </p:nvGrpSpPr>
      <p:grpSpPr>
        <a:xfrm>
          <a:off x="0" y="0"/>
          <a:ext cx="0" cy="0"/>
          <a:chOff x="0" y="0"/>
          <a:chExt cx="0" cy="0"/>
        </a:xfrm>
      </p:grpSpPr>
      <p:sp>
        <p:nvSpPr>
          <p:cNvPr id="1136" name="Google Shape;1136;p45"/>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6.2. Bộ nhớ được chia sẻ - Shared memory</a:t>
            </a:r>
            <a:endParaRPr/>
          </a:p>
        </p:txBody>
      </p:sp>
      <p:sp>
        <p:nvSpPr>
          <p:cNvPr id="1137" name="Google Shape;1137;p45"/>
          <p:cNvSpPr txBox="1">
            <a:spLocks noGrp="1"/>
          </p:cNvSpPr>
          <p:nvPr>
            <p:ph type="body" idx="1"/>
          </p:nvPr>
        </p:nvSpPr>
        <p:spPr>
          <a:xfrm>
            <a:off x="774145" y="1233824"/>
            <a:ext cx="10579654" cy="4943139"/>
          </a:xfrm>
          <a:prstGeom prst="rect">
            <a:avLst/>
          </a:prstGeom>
          <a:noFill/>
          <a:ln>
            <a:noFill/>
          </a:ln>
        </p:spPr>
        <p:txBody>
          <a:bodyPr spcFirstLastPara="1" wrap="square" lIns="91425" tIns="45700" rIns="91425" bIns="45700" anchor="t" anchorCtr="0">
            <a:normAutofit/>
          </a:bodyPr>
          <a:lstStyle/>
          <a:p>
            <a:pPr marL="228600" lvl="0" indent="-228600" algn="just" rtl="0">
              <a:lnSpc>
                <a:spcPct val="130000"/>
              </a:lnSpc>
              <a:spcBef>
                <a:spcPts val="0"/>
              </a:spcBef>
              <a:spcAft>
                <a:spcPts val="0"/>
              </a:spcAft>
              <a:buClr>
                <a:schemeClr val="dk1"/>
              </a:buClr>
              <a:buSzPts val="2400"/>
              <a:buChar char="•"/>
            </a:pPr>
            <a:r>
              <a:rPr lang="en-US" sz="2400"/>
              <a:t>Một vùng nhớ dùng chung (được chia sẻ chung) giữa các tiến trình cần giao tiếp với nhau.</a:t>
            </a:r>
            <a:endParaRPr/>
          </a:p>
          <a:p>
            <a:pPr marL="228600" lvl="0" indent="-228600" algn="just" rtl="0">
              <a:lnSpc>
                <a:spcPct val="130000"/>
              </a:lnSpc>
              <a:spcBef>
                <a:spcPts val="600"/>
              </a:spcBef>
              <a:spcAft>
                <a:spcPts val="0"/>
              </a:spcAft>
              <a:buClr>
                <a:schemeClr val="dk1"/>
              </a:buClr>
              <a:buSzPts val="2400"/>
              <a:buChar char="•"/>
            </a:pPr>
            <a:r>
              <a:rPr lang="en-US" sz="2400"/>
              <a:t>Quá trình giao tiếp được thực hiện dưới sự điều khiển của các tiến trình, không phải của hệ điều hành.</a:t>
            </a:r>
            <a:endParaRPr/>
          </a:p>
          <a:p>
            <a:pPr marL="228600" lvl="0" indent="-228600" algn="just" rtl="0">
              <a:lnSpc>
                <a:spcPct val="130000"/>
              </a:lnSpc>
              <a:spcBef>
                <a:spcPts val="600"/>
              </a:spcBef>
              <a:spcAft>
                <a:spcPts val="0"/>
              </a:spcAft>
              <a:buClr>
                <a:schemeClr val="dk1"/>
              </a:buClr>
              <a:buSzPts val="2400"/>
              <a:buChar char="•"/>
            </a:pPr>
            <a:r>
              <a:rPr lang="en-US" sz="2400"/>
              <a:t>Cần có cơ chế đồng bộ hoạt động của các tiến trình khi chúng cùng truy xuất bộ nhớ dùng chung. </a:t>
            </a:r>
            <a:endParaRPr/>
          </a:p>
          <a:p>
            <a:pPr marL="228600" lvl="0" indent="-50800" algn="just" rtl="0">
              <a:lnSpc>
                <a:spcPct val="130000"/>
              </a:lnSpc>
              <a:spcBef>
                <a:spcPts val="600"/>
              </a:spcBef>
              <a:spcAft>
                <a:spcPts val="0"/>
              </a:spcAft>
              <a:buClr>
                <a:schemeClr val="dk1"/>
              </a:buClr>
              <a:buSzPts val="2800"/>
              <a:buNone/>
            </a:pPr>
            <a:endParaRPr/>
          </a:p>
        </p:txBody>
      </p:sp>
      <p:sp>
        <p:nvSpPr>
          <p:cNvPr id="1138" name="Google Shape;1138;p45"/>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1139" name="Google Shape;1139;p45"/>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45</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37">
                                            <p:txEl>
                                              <p:pRg st="0" end="0"/>
                                            </p:txEl>
                                          </p:spTgt>
                                        </p:tgtEl>
                                        <p:attrNameLst>
                                          <p:attrName>style.visibility</p:attrName>
                                        </p:attrNameLst>
                                      </p:cBhvr>
                                      <p:to>
                                        <p:strVal val="visible"/>
                                      </p:to>
                                    </p:set>
                                    <p:anim calcmode="lin" valueType="num">
                                      <p:cBhvr additive="base">
                                        <p:cTn id="7" dur="500"/>
                                        <p:tgtEl>
                                          <p:spTgt spid="113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37">
                                            <p:txEl>
                                              <p:pRg st="1" end="1"/>
                                            </p:txEl>
                                          </p:spTgt>
                                        </p:tgtEl>
                                        <p:attrNameLst>
                                          <p:attrName>style.visibility</p:attrName>
                                        </p:attrNameLst>
                                      </p:cBhvr>
                                      <p:to>
                                        <p:strVal val="visible"/>
                                      </p:to>
                                    </p:set>
                                    <p:anim calcmode="lin" valueType="num">
                                      <p:cBhvr additive="base">
                                        <p:cTn id="12" dur="500"/>
                                        <p:tgtEl>
                                          <p:spTgt spid="113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37">
                                            <p:txEl>
                                              <p:pRg st="2" end="2"/>
                                            </p:txEl>
                                          </p:spTgt>
                                        </p:tgtEl>
                                        <p:attrNameLst>
                                          <p:attrName>style.visibility</p:attrName>
                                        </p:attrNameLst>
                                      </p:cBhvr>
                                      <p:to>
                                        <p:strVal val="visible"/>
                                      </p:to>
                                    </p:set>
                                    <p:anim calcmode="lin" valueType="num">
                                      <p:cBhvr additive="base">
                                        <p:cTn id="17" dur="500"/>
                                        <p:tgtEl>
                                          <p:spTgt spid="113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137">
                                            <p:txEl>
                                              <p:pRg st="3" end="3"/>
                                            </p:txEl>
                                          </p:spTgt>
                                        </p:tgtEl>
                                        <p:attrNameLst>
                                          <p:attrName>style.visibility</p:attrName>
                                        </p:attrNameLst>
                                      </p:cBhvr>
                                      <p:to>
                                        <p:strVal val="visible"/>
                                      </p:to>
                                    </p:set>
                                    <p:anim calcmode="lin" valueType="num">
                                      <p:cBhvr additive="base">
                                        <p:cTn id="22" dur="500"/>
                                        <p:tgtEl>
                                          <p:spTgt spid="113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43"/>
        <p:cNvGrpSpPr/>
        <p:nvPr/>
      </p:nvGrpSpPr>
      <p:grpSpPr>
        <a:xfrm>
          <a:off x="0" y="0"/>
          <a:ext cx="0" cy="0"/>
          <a:chOff x="0" y="0"/>
          <a:chExt cx="0" cy="0"/>
        </a:xfrm>
      </p:grpSpPr>
      <p:sp>
        <p:nvSpPr>
          <p:cNvPr id="1144" name="Google Shape;1144;p46"/>
          <p:cNvSpPr txBox="1">
            <a:spLocks noGrp="1"/>
          </p:cNvSpPr>
          <p:nvPr>
            <p:ph type="sldNum" idx="12"/>
          </p:nvPr>
        </p:nvSpPr>
        <p:spPr>
          <a:xfrm>
            <a:off x="11899392" y="6542216"/>
            <a:ext cx="292608" cy="31578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46</a:t>
            </a:fld>
            <a:endParaRPr/>
          </a:p>
        </p:txBody>
      </p:sp>
      <p:sp>
        <p:nvSpPr>
          <p:cNvPr id="1145" name="Google Shape;1145;p46"/>
          <p:cNvSpPr txBox="1">
            <a:spLocks noGrp="1"/>
          </p:cNvSpPr>
          <p:nvPr>
            <p:ph type="body" idx="1"/>
          </p:nvPr>
        </p:nvSpPr>
        <p:spPr>
          <a:xfrm>
            <a:off x="1470928" y="1620456"/>
            <a:ext cx="10080605" cy="135922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F7FF"/>
              </a:buClr>
              <a:buSzPts val="4400"/>
              <a:buNone/>
            </a:pPr>
            <a:r>
              <a:rPr lang="en-US"/>
              <a:t>CỘNG TÁC GIỮA CÁC TIẾN TRÌNH</a:t>
            </a:r>
            <a:endParaRPr/>
          </a:p>
        </p:txBody>
      </p:sp>
      <p:sp>
        <p:nvSpPr>
          <p:cNvPr id="1146" name="Google Shape;1146;p46"/>
          <p:cNvSpPr txBox="1">
            <a:spLocks noGrp="1"/>
          </p:cNvSpPr>
          <p:nvPr>
            <p:ph type="body" idx="3"/>
          </p:nvPr>
        </p:nvSpPr>
        <p:spPr>
          <a:xfrm>
            <a:off x="1470930" y="4137397"/>
            <a:ext cx="7147030" cy="916698"/>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rgbClr val="F2F2F2"/>
              </a:buClr>
              <a:buSzPts val="1000"/>
              <a:buNone/>
            </a:pPr>
            <a:endParaRPr/>
          </a:p>
        </p:txBody>
      </p:sp>
      <p:sp>
        <p:nvSpPr>
          <p:cNvPr id="1147" name="Google Shape;1147;p46"/>
          <p:cNvSpPr txBox="1">
            <a:spLocks noGrp="1"/>
          </p:cNvSpPr>
          <p:nvPr>
            <p:ph type="body" idx="4"/>
          </p:nvPr>
        </p:nvSpPr>
        <p:spPr>
          <a:xfrm>
            <a:off x="8896576" y="5231902"/>
            <a:ext cx="2521280" cy="1577819"/>
          </a:xfrm>
          <a:prstGeom prst="rect">
            <a:avLst/>
          </a:prstGeom>
          <a:noFill/>
          <a:ln>
            <a:noFill/>
          </a:ln>
        </p:spPr>
        <p:txBody>
          <a:bodyPr spcFirstLastPara="1" wrap="square" lIns="91425" tIns="45700" rIns="91425" bIns="45700" anchor="t" anchorCtr="0">
            <a:normAutofit lnSpcReduction="10000"/>
          </a:bodyPr>
          <a:lstStyle/>
          <a:p>
            <a:pPr marL="0" lvl="0" indent="0" algn="r" rtl="0">
              <a:lnSpc>
                <a:spcPct val="90000"/>
              </a:lnSpc>
              <a:spcBef>
                <a:spcPts val="0"/>
              </a:spcBef>
              <a:spcAft>
                <a:spcPts val="0"/>
              </a:spcAft>
              <a:buClr>
                <a:srgbClr val="00F7FF"/>
              </a:buClr>
              <a:buSzPts val="12000"/>
              <a:buNone/>
            </a:pPr>
            <a:r>
              <a:rPr lang="en-US"/>
              <a:t>6</a:t>
            </a:r>
            <a:endParaRPr/>
          </a:p>
        </p:txBody>
      </p:sp>
      <p:sp>
        <p:nvSpPr>
          <p:cNvPr id="1148" name="Google Shape;1148;p46"/>
          <p:cNvSpPr txBox="1">
            <a:spLocks noGrp="1"/>
          </p:cNvSpPr>
          <p:nvPr>
            <p:ph type="body" idx="2"/>
          </p:nvPr>
        </p:nvSpPr>
        <p:spPr>
          <a:xfrm>
            <a:off x="1470930" y="3169159"/>
            <a:ext cx="8913813" cy="6951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800"/>
              <a:buNone/>
            </a:pPr>
            <a:r>
              <a:rPr lang="en-US"/>
              <a:t>6.3. Hệ thống truyền thông điệp - Message passing</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52"/>
        <p:cNvGrpSpPr/>
        <p:nvPr/>
      </p:nvGrpSpPr>
      <p:grpSpPr>
        <a:xfrm>
          <a:off x="0" y="0"/>
          <a:ext cx="0" cy="0"/>
          <a:chOff x="0" y="0"/>
          <a:chExt cx="0" cy="0"/>
        </a:xfrm>
      </p:grpSpPr>
      <p:sp>
        <p:nvSpPr>
          <p:cNvPr id="1153" name="Google Shape;1153;p47"/>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Autofit/>
          </a:bodyPr>
          <a:lstStyle/>
          <a:p>
            <a:pPr marL="0" lvl="0" indent="0" algn="l" rtl="0">
              <a:lnSpc>
                <a:spcPct val="120000"/>
              </a:lnSpc>
              <a:spcBef>
                <a:spcPts val="0"/>
              </a:spcBef>
              <a:spcAft>
                <a:spcPts val="0"/>
              </a:spcAft>
              <a:buClr>
                <a:srgbClr val="0072FF"/>
              </a:buClr>
              <a:buSzPts val="3800"/>
              <a:buFont typeface="Times New Roman"/>
              <a:buNone/>
            </a:pPr>
            <a:r>
              <a:rPr lang="en-US" sz="3800"/>
              <a:t>6.3. Hệ thống truyền thông điệp - Message passing</a:t>
            </a:r>
            <a:endParaRPr/>
          </a:p>
        </p:txBody>
      </p:sp>
      <p:sp>
        <p:nvSpPr>
          <p:cNvPr id="1154" name="Google Shape;1154;p47"/>
          <p:cNvSpPr txBox="1">
            <a:spLocks noGrp="1"/>
          </p:cNvSpPr>
          <p:nvPr>
            <p:ph type="body" idx="1"/>
          </p:nvPr>
        </p:nvSpPr>
        <p:spPr>
          <a:xfrm>
            <a:off x="774145" y="1233824"/>
            <a:ext cx="10579654" cy="4943139"/>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130000"/>
              </a:lnSpc>
              <a:spcBef>
                <a:spcPts val="0"/>
              </a:spcBef>
              <a:spcAft>
                <a:spcPts val="0"/>
              </a:spcAft>
              <a:buClr>
                <a:schemeClr val="dk1"/>
              </a:buClr>
              <a:buSzPct val="100000"/>
              <a:buNone/>
            </a:pPr>
            <a:r>
              <a:rPr lang="en-US"/>
              <a:t>Làm thế nào để các tiến trình giao tiếp nhau?</a:t>
            </a:r>
            <a:endParaRPr/>
          </a:p>
          <a:p>
            <a:pPr marL="228600" lvl="0" indent="-228600" algn="just" rtl="0">
              <a:lnSpc>
                <a:spcPct val="130000"/>
              </a:lnSpc>
              <a:spcBef>
                <a:spcPts val="600"/>
              </a:spcBef>
              <a:spcAft>
                <a:spcPts val="0"/>
              </a:spcAft>
              <a:buClr>
                <a:schemeClr val="dk1"/>
              </a:buClr>
              <a:buSzPct val="100000"/>
              <a:buChar char="•"/>
            </a:pPr>
            <a:r>
              <a:rPr lang="en-US"/>
              <a:t>Đặt tên (Naming)</a:t>
            </a:r>
            <a:endParaRPr/>
          </a:p>
          <a:p>
            <a:pPr marL="685800" lvl="1" indent="-228600" algn="just" rtl="0">
              <a:lnSpc>
                <a:spcPct val="130000"/>
              </a:lnSpc>
              <a:spcBef>
                <a:spcPts val="600"/>
              </a:spcBef>
              <a:spcAft>
                <a:spcPts val="0"/>
              </a:spcAft>
              <a:buClr>
                <a:schemeClr val="dk1"/>
              </a:buClr>
              <a:buSzPct val="100000"/>
              <a:buChar char="•"/>
            </a:pPr>
            <a:r>
              <a:rPr lang="en-US"/>
              <a:t>Giao tiếp trực tiếp</a:t>
            </a:r>
            <a:endParaRPr/>
          </a:p>
          <a:p>
            <a:pPr marL="1143000" lvl="2" indent="-228600" algn="just" rtl="0">
              <a:lnSpc>
                <a:spcPct val="130000"/>
              </a:lnSpc>
              <a:spcBef>
                <a:spcPts val="600"/>
              </a:spcBef>
              <a:spcAft>
                <a:spcPts val="0"/>
              </a:spcAft>
              <a:buClr>
                <a:schemeClr val="dk1"/>
              </a:buClr>
              <a:buSzPct val="100000"/>
              <a:buChar char="•"/>
            </a:pPr>
            <a:r>
              <a:rPr lang="en-US"/>
              <a:t>send(P, msg): gửi thông điệp đến tiến trình P</a:t>
            </a:r>
            <a:endParaRPr/>
          </a:p>
          <a:p>
            <a:pPr marL="1143000" lvl="2" indent="-228600" algn="just" rtl="0">
              <a:lnSpc>
                <a:spcPct val="130000"/>
              </a:lnSpc>
              <a:spcBef>
                <a:spcPts val="600"/>
              </a:spcBef>
              <a:spcAft>
                <a:spcPts val="0"/>
              </a:spcAft>
              <a:buClr>
                <a:schemeClr val="dk1"/>
              </a:buClr>
              <a:buSzPct val="100000"/>
              <a:buChar char="•"/>
            </a:pPr>
            <a:r>
              <a:rPr lang="en-US"/>
              <a:t>receive(Q, msg): nhận thông điệp đến từ tiến trình Q</a:t>
            </a:r>
            <a:endParaRPr/>
          </a:p>
          <a:p>
            <a:pPr marL="685800" lvl="1" indent="-228600" algn="just" rtl="0">
              <a:lnSpc>
                <a:spcPct val="130000"/>
              </a:lnSpc>
              <a:spcBef>
                <a:spcPts val="600"/>
              </a:spcBef>
              <a:spcAft>
                <a:spcPts val="0"/>
              </a:spcAft>
              <a:buClr>
                <a:schemeClr val="dk1"/>
              </a:buClr>
              <a:buSzPct val="100000"/>
              <a:buChar char="•"/>
            </a:pPr>
            <a:r>
              <a:rPr lang="en-US"/>
              <a:t>Giao tiếp gián tiếp: thông qua mailbox hay port</a:t>
            </a:r>
            <a:endParaRPr/>
          </a:p>
          <a:p>
            <a:pPr marL="1143000" lvl="2" indent="-228600" algn="just" rtl="0">
              <a:lnSpc>
                <a:spcPct val="130000"/>
              </a:lnSpc>
              <a:spcBef>
                <a:spcPts val="600"/>
              </a:spcBef>
              <a:spcAft>
                <a:spcPts val="0"/>
              </a:spcAft>
              <a:buClr>
                <a:schemeClr val="dk1"/>
              </a:buClr>
              <a:buSzPct val="100000"/>
              <a:buChar char="•"/>
            </a:pPr>
            <a:r>
              <a:rPr lang="en-US"/>
              <a:t>send(A, msg): gửi thông điệp đến mailbox A</a:t>
            </a:r>
            <a:endParaRPr/>
          </a:p>
          <a:p>
            <a:pPr marL="1143000" lvl="2" indent="-228600" algn="just" rtl="0">
              <a:lnSpc>
                <a:spcPct val="130000"/>
              </a:lnSpc>
              <a:spcBef>
                <a:spcPts val="600"/>
              </a:spcBef>
              <a:spcAft>
                <a:spcPts val="0"/>
              </a:spcAft>
              <a:buClr>
                <a:schemeClr val="dk1"/>
              </a:buClr>
              <a:buSzPct val="100000"/>
              <a:buChar char="•"/>
            </a:pPr>
            <a:r>
              <a:rPr lang="en-US"/>
              <a:t>receive(Q, msg): nhận thông điệp từ mailbox B</a:t>
            </a:r>
            <a:endParaRPr/>
          </a:p>
          <a:p>
            <a:pPr marL="228600" lvl="0" indent="-228600" algn="just" rtl="0">
              <a:lnSpc>
                <a:spcPct val="130000"/>
              </a:lnSpc>
              <a:spcBef>
                <a:spcPts val="600"/>
              </a:spcBef>
              <a:spcAft>
                <a:spcPts val="0"/>
              </a:spcAft>
              <a:buClr>
                <a:schemeClr val="dk1"/>
              </a:buClr>
              <a:buSzPct val="100000"/>
              <a:buChar char="•"/>
            </a:pPr>
            <a:r>
              <a:rPr lang="en-US"/>
              <a:t>Đồng bộ hóa (Synchronization): blocking send, nonblocking send, blocking receive, nonblocking receive.</a:t>
            </a:r>
            <a:endParaRPr/>
          </a:p>
          <a:p>
            <a:pPr marL="228600" lvl="0" indent="-64135" algn="just" rtl="0">
              <a:lnSpc>
                <a:spcPct val="130000"/>
              </a:lnSpc>
              <a:spcBef>
                <a:spcPts val="600"/>
              </a:spcBef>
              <a:spcAft>
                <a:spcPts val="0"/>
              </a:spcAft>
              <a:buClr>
                <a:schemeClr val="dk1"/>
              </a:buClr>
              <a:buSzPct val="100000"/>
              <a:buNone/>
            </a:pPr>
            <a:endParaRPr/>
          </a:p>
        </p:txBody>
      </p:sp>
      <p:sp>
        <p:nvSpPr>
          <p:cNvPr id="1155" name="Google Shape;1155;p47"/>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1156" name="Google Shape;1156;p47"/>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47</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60"/>
        <p:cNvGrpSpPr/>
        <p:nvPr/>
      </p:nvGrpSpPr>
      <p:grpSpPr>
        <a:xfrm>
          <a:off x="0" y="0"/>
          <a:ext cx="0" cy="0"/>
          <a:chOff x="0" y="0"/>
          <a:chExt cx="0" cy="0"/>
        </a:xfrm>
      </p:grpSpPr>
      <p:sp>
        <p:nvSpPr>
          <p:cNvPr id="1161" name="Google Shape;1161;p48"/>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Autofit/>
          </a:bodyPr>
          <a:lstStyle/>
          <a:p>
            <a:pPr marL="0" lvl="0" indent="0" algn="l" rtl="0">
              <a:lnSpc>
                <a:spcPct val="120000"/>
              </a:lnSpc>
              <a:spcBef>
                <a:spcPts val="0"/>
              </a:spcBef>
              <a:spcAft>
                <a:spcPts val="0"/>
              </a:spcAft>
              <a:buClr>
                <a:srgbClr val="0072FF"/>
              </a:buClr>
              <a:buSzPts val="3800"/>
              <a:buFont typeface="Times New Roman"/>
              <a:buNone/>
            </a:pPr>
            <a:r>
              <a:rPr lang="en-US" sz="3800"/>
              <a:t>6.3. Hệ thống truyền thông điệp - Message passing</a:t>
            </a:r>
            <a:endParaRPr/>
          </a:p>
        </p:txBody>
      </p:sp>
      <p:sp>
        <p:nvSpPr>
          <p:cNvPr id="1162" name="Google Shape;1162;p48"/>
          <p:cNvSpPr txBox="1">
            <a:spLocks noGrp="1"/>
          </p:cNvSpPr>
          <p:nvPr>
            <p:ph type="body" idx="1"/>
          </p:nvPr>
        </p:nvSpPr>
        <p:spPr>
          <a:xfrm>
            <a:off x="774145" y="1233824"/>
            <a:ext cx="10579654" cy="4943139"/>
          </a:xfrm>
          <a:prstGeom prst="rect">
            <a:avLst/>
          </a:prstGeom>
          <a:noFill/>
          <a:ln>
            <a:noFill/>
          </a:ln>
        </p:spPr>
        <p:txBody>
          <a:bodyPr spcFirstLastPara="1" wrap="square" lIns="91425" tIns="45700" rIns="91425" bIns="45700" anchor="t" anchorCtr="0">
            <a:normAutofit/>
          </a:bodyPr>
          <a:lstStyle/>
          <a:p>
            <a:pPr marL="0" lvl="0" indent="0" algn="l" rtl="0">
              <a:lnSpc>
                <a:spcPct val="130000"/>
              </a:lnSpc>
              <a:spcBef>
                <a:spcPts val="0"/>
              </a:spcBef>
              <a:spcAft>
                <a:spcPts val="0"/>
              </a:spcAft>
              <a:buClr>
                <a:schemeClr val="dk1"/>
              </a:buClr>
              <a:buSzPts val="2800"/>
              <a:buNone/>
            </a:pPr>
            <a:r>
              <a:rPr lang="en-US"/>
              <a:t>Làm thế nào để các tiến trình giao tiếp nhau?</a:t>
            </a:r>
            <a:endParaRPr/>
          </a:p>
          <a:p>
            <a:pPr marL="228600" lvl="0" indent="-228600" algn="just" rtl="0">
              <a:lnSpc>
                <a:spcPct val="130000"/>
              </a:lnSpc>
              <a:spcBef>
                <a:spcPts val="600"/>
              </a:spcBef>
              <a:spcAft>
                <a:spcPts val="0"/>
              </a:spcAft>
              <a:buClr>
                <a:schemeClr val="dk1"/>
              </a:buClr>
              <a:buSzPts val="2800"/>
              <a:buChar char="•"/>
            </a:pPr>
            <a:r>
              <a:rPr lang="en-US"/>
              <a:t>Tạo vùng đệm (Buffering): dùng queue để tạm chứa các message</a:t>
            </a:r>
            <a:endParaRPr/>
          </a:p>
          <a:p>
            <a:pPr marL="685800" lvl="1" indent="-228600" algn="just" rtl="0">
              <a:lnSpc>
                <a:spcPct val="130000"/>
              </a:lnSpc>
              <a:spcBef>
                <a:spcPts val="600"/>
              </a:spcBef>
              <a:spcAft>
                <a:spcPts val="0"/>
              </a:spcAft>
              <a:buClr>
                <a:schemeClr val="dk1"/>
              </a:buClr>
              <a:buSzPts val="2400"/>
              <a:buChar char="•"/>
            </a:pPr>
            <a:r>
              <a:rPr lang="en-US"/>
              <a:t>Khả năng chứa là 0 (Zero capacity hay no buffering).</a:t>
            </a:r>
            <a:endParaRPr/>
          </a:p>
          <a:p>
            <a:pPr marL="685800" lvl="1" indent="-228600" algn="just" rtl="0">
              <a:lnSpc>
                <a:spcPct val="130000"/>
              </a:lnSpc>
              <a:spcBef>
                <a:spcPts val="600"/>
              </a:spcBef>
              <a:spcAft>
                <a:spcPts val="0"/>
              </a:spcAft>
              <a:buClr>
                <a:schemeClr val="dk1"/>
              </a:buClr>
              <a:buSzPts val="2400"/>
              <a:buChar char="•"/>
            </a:pPr>
            <a:r>
              <a:rPr lang="en-US"/>
              <a:t>Bounded capacity: độ dài của queue là giới hạn.</a:t>
            </a:r>
            <a:endParaRPr/>
          </a:p>
          <a:p>
            <a:pPr marL="685800" lvl="1" indent="-228600" algn="just" rtl="0">
              <a:lnSpc>
                <a:spcPct val="130000"/>
              </a:lnSpc>
              <a:spcBef>
                <a:spcPts val="600"/>
              </a:spcBef>
              <a:spcAft>
                <a:spcPts val="0"/>
              </a:spcAft>
              <a:buClr>
                <a:schemeClr val="dk1"/>
              </a:buClr>
              <a:buSzPts val="2400"/>
              <a:buChar char="•"/>
            </a:pPr>
            <a:r>
              <a:rPr lang="en-US"/>
              <a:t>Unbounded capacity: độ dài của queue là không giới hạn.</a:t>
            </a:r>
            <a:endParaRPr/>
          </a:p>
          <a:p>
            <a:pPr marL="228600" lvl="0" indent="-50800" algn="just" rtl="0">
              <a:lnSpc>
                <a:spcPct val="130000"/>
              </a:lnSpc>
              <a:spcBef>
                <a:spcPts val="600"/>
              </a:spcBef>
              <a:spcAft>
                <a:spcPts val="0"/>
              </a:spcAft>
              <a:buClr>
                <a:schemeClr val="dk1"/>
              </a:buClr>
              <a:buSzPts val="2800"/>
              <a:buNone/>
            </a:pPr>
            <a:endParaRPr/>
          </a:p>
        </p:txBody>
      </p:sp>
      <p:sp>
        <p:nvSpPr>
          <p:cNvPr id="1163" name="Google Shape;1163;p48"/>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1164" name="Google Shape;1164;p48"/>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68"/>
        <p:cNvGrpSpPr/>
        <p:nvPr/>
      </p:nvGrpSpPr>
      <p:grpSpPr>
        <a:xfrm>
          <a:off x="0" y="0"/>
          <a:ext cx="0" cy="0"/>
          <a:chOff x="0" y="0"/>
          <a:chExt cx="0" cy="0"/>
        </a:xfrm>
      </p:grpSpPr>
      <p:sp>
        <p:nvSpPr>
          <p:cNvPr id="1169" name="Google Shape;1169;p49"/>
          <p:cNvSpPr txBox="1">
            <a:spLocks noGrp="1"/>
          </p:cNvSpPr>
          <p:nvPr>
            <p:ph type="sldNum" idx="12"/>
          </p:nvPr>
        </p:nvSpPr>
        <p:spPr>
          <a:xfrm>
            <a:off x="11899392" y="6542216"/>
            <a:ext cx="292608" cy="31578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49</a:t>
            </a:fld>
            <a:endParaRPr/>
          </a:p>
        </p:txBody>
      </p:sp>
      <p:sp>
        <p:nvSpPr>
          <p:cNvPr id="1170" name="Google Shape;1170;p49"/>
          <p:cNvSpPr txBox="1">
            <a:spLocks noGrp="1"/>
          </p:cNvSpPr>
          <p:nvPr>
            <p:ph type="body" idx="1"/>
          </p:nvPr>
        </p:nvSpPr>
        <p:spPr>
          <a:xfrm>
            <a:off x="1470929" y="2095027"/>
            <a:ext cx="7918398" cy="8846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F7FF"/>
              </a:buClr>
              <a:buSzPts val="4400"/>
              <a:buNone/>
            </a:pPr>
            <a:r>
              <a:rPr lang="en-US"/>
              <a:t>TIỂU TRÌNH</a:t>
            </a:r>
            <a:endParaRPr/>
          </a:p>
        </p:txBody>
      </p:sp>
      <p:sp>
        <p:nvSpPr>
          <p:cNvPr id="1171" name="Google Shape;1171;p49"/>
          <p:cNvSpPr txBox="1">
            <a:spLocks noGrp="1"/>
          </p:cNvSpPr>
          <p:nvPr>
            <p:ph type="body" idx="2"/>
          </p:nvPr>
        </p:nvSpPr>
        <p:spPr>
          <a:xfrm>
            <a:off x="1470930" y="3169159"/>
            <a:ext cx="8913813" cy="6951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800"/>
              <a:buNone/>
            </a:pPr>
            <a:r>
              <a:rPr lang="en-US" sz="2800"/>
              <a:t>7.1. Tổng quan về tiểu trình</a:t>
            </a:r>
            <a:endParaRPr/>
          </a:p>
        </p:txBody>
      </p:sp>
      <p:sp>
        <p:nvSpPr>
          <p:cNvPr id="1172" name="Google Shape;1172;p49"/>
          <p:cNvSpPr txBox="1">
            <a:spLocks noGrp="1"/>
          </p:cNvSpPr>
          <p:nvPr>
            <p:ph type="body" idx="3"/>
          </p:nvPr>
        </p:nvSpPr>
        <p:spPr>
          <a:xfrm>
            <a:off x="1470930" y="4137397"/>
            <a:ext cx="7147030" cy="916698"/>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rgbClr val="F2F2F2"/>
              </a:buClr>
              <a:buSzPts val="1000"/>
              <a:buNone/>
            </a:pPr>
            <a:endParaRPr/>
          </a:p>
        </p:txBody>
      </p:sp>
      <p:sp>
        <p:nvSpPr>
          <p:cNvPr id="1173" name="Google Shape;1173;p49"/>
          <p:cNvSpPr txBox="1">
            <a:spLocks noGrp="1"/>
          </p:cNvSpPr>
          <p:nvPr>
            <p:ph type="body" idx="4"/>
          </p:nvPr>
        </p:nvSpPr>
        <p:spPr>
          <a:xfrm>
            <a:off x="8896576" y="5231902"/>
            <a:ext cx="2521280" cy="1577819"/>
          </a:xfrm>
          <a:prstGeom prst="rect">
            <a:avLst/>
          </a:prstGeom>
          <a:noFill/>
          <a:ln>
            <a:noFill/>
          </a:ln>
        </p:spPr>
        <p:txBody>
          <a:bodyPr spcFirstLastPara="1" wrap="square" lIns="91425" tIns="45700" rIns="91425" bIns="45700" anchor="t" anchorCtr="0">
            <a:normAutofit lnSpcReduction="10000"/>
          </a:bodyPr>
          <a:lstStyle/>
          <a:p>
            <a:pPr marL="0" lvl="0" indent="0" algn="r" rtl="0">
              <a:lnSpc>
                <a:spcPct val="90000"/>
              </a:lnSpc>
              <a:spcBef>
                <a:spcPts val="0"/>
              </a:spcBef>
              <a:spcAft>
                <a:spcPts val="0"/>
              </a:spcAft>
              <a:buClr>
                <a:srgbClr val="00F7FF"/>
              </a:buClr>
              <a:buSzPts val="12000"/>
              <a:buNone/>
            </a:pPr>
            <a:r>
              <a:rPr lang="en-US"/>
              <a:t>7</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177"/>
        <p:cNvGrpSpPr/>
        <p:nvPr/>
      </p:nvGrpSpPr>
      <p:grpSpPr>
        <a:xfrm>
          <a:off x="0" y="0"/>
          <a:ext cx="0" cy="0"/>
          <a:chOff x="0" y="0"/>
          <a:chExt cx="0" cy="0"/>
        </a:xfrm>
      </p:grpSpPr>
      <p:sp>
        <p:nvSpPr>
          <p:cNvPr id="1178" name="Google Shape;1178;p50"/>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sz="4400"/>
              <a:t>7.1. Tổng quan về tiểu trình</a:t>
            </a:r>
            <a:endParaRPr/>
          </a:p>
        </p:txBody>
      </p:sp>
      <p:sp>
        <p:nvSpPr>
          <p:cNvPr id="1179" name="Google Shape;1179;p50"/>
          <p:cNvSpPr txBox="1">
            <a:spLocks noGrp="1"/>
          </p:cNvSpPr>
          <p:nvPr>
            <p:ph type="body" idx="1"/>
          </p:nvPr>
        </p:nvSpPr>
        <p:spPr>
          <a:xfrm>
            <a:off x="1142797" y="1227718"/>
            <a:ext cx="10211003" cy="4824536"/>
          </a:xfrm>
          <a:prstGeom prst="rect">
            <a:avLst/>
          </a:prstGeom>
          <a:noFill/>
          <a:ln>
            <a:noFill/>
          </a:ln>
        </p:spPr>
        <p:txBody>
          <a:bodyPr spcFirstLastPara="1" wrap="square" lIns="91425" tIns="45700" rIns="91425" bIns="45700" anchor="t" anchorCtr="0">
            <a:normAutofit/>
          </a:bodyPr>
          <a:lstStyle/>
          <a:p>
            <a:pPr marL="228600" lvl="0" indent="-228600" algn="just" rtl="0">
              <a:lnSpc>
                <a:spcPct val="130000"/>
              </a:lnSpc>
              <a:spcBef>
                <a:spcPts val="0"/>
              </a:spcBef>
              <a:spcAft>
                <a:spcPts val="0"/>
              </a:spcAft>
              <a:buClr>
                <a:schemeClr val="dk1"/>
              </a:buClr>
              <a:buSzPts val="2800"/>
              <a:buChar char="•"/>
            </a:pPr>
            <a:r>
              <a:rPr lang="en-US"/>
              <a:t>Tiểu trình là một đơn vị cơ bản sử dụng CPU gồm:</a:t>
            </a:r>
            <a:endParaRPr/>
          </a:p>
          <a:p>
            <a:pPr marL="685800" lvl="1" indent="-228600" algn="just" rtl="0">
              <a:lnSpc>
                <a:spcPct val="130000"/>
              </a:lnSpc>
              <a:spcBef>
                <a:spcPts val="600"/>
              </a:spcBef>
              <a:spcAft>
                <a:spcPts val="0"/>
              </a:spcAft>
              <a:buClr>
                <a:schemeClr val="dk1"/>
              </a:buClr>
              <a:buSzPts val="2400"/>
              <a:buChar char="•"/>
            </a:pPr>
            <a:r>
              <a:rPr lang="en-US"/>
              <a:t>Thread ID, PC, Registers, Stack và chia sẻ chung code, data, resourses (files)</a:t>
            </a:r>
            <a:endParaRPr/>
          </a:p>
          <a:p>
            <a:pPr marL="228600" lvl="0" indent="-50800" algn="just" rtl="0">
              <a:lnSpc>
                <a:spcPct val="130000"/>
              </a:lnSpc>
              <a:spcBef>
                <a:spcPts val="600"/>
              </a:spcBef>
              <a:spcAft>
                <a:spcPts val="0"/>
              </a:spcAft>
              <a:buClr>
                <a:schemeClr val="dk1"/>
              </a:buClr>
              <a:buSzPts val="2800"/>
              <a:buNone/>
            </a:pPr>
            <a:endParaRPr/>
          </a:p>
        </p:txBody>
      </p:sp>
      <p:sp>
        <p:nvSpPr>
          <p:cNvPr id="1180" name="Google Shape;1180;p50"/>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1181" name="Google Shape;1181;p50"/>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50</a:t>
            </a:fld>
            <a:endParaRPr/>
          </a:p>
        </p:txBody>
      </p:sp>
      <p:pic>
        <p:nvPicPr>
          <p:cNvPr id="1182" name="Google Shape;1182;p50" descr="4_01.pdf"/>
          <p:cNvPicPr preferRelativeResize="0"/>
          <p:nvPr/>
        </p:nvPicPr>
        <p:blipFill rotWithShape="1">
          <a:blip r:embed="rId3">
            <a:alphaModFix/>
          </a:blip>
          <a:srcRect/>
          <a:stretch/>
        </p:blipFill>
        <p:spPr>
          <a:xfrm>
            <a:off x="4268281" y="2520674"/>
            <a:ext cx="5766001" cy="374326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79">
                                            <p:txEl>
                                              <p:pRg st="0" end="0"/>
                                            </p:txEl>
                                          </p:spTgt>
                                        </p:tgtEl>
                                        <p:attrNameLst>
                                          <p:attrName>style.visibility</p:attrName>
                                        </p:attrNameLst>
                                      </p:cBhvr>
                                      <p:to>
                                        <p:strVal val="visible"/>
                                      </p:to>
                                    </p:set>
                                    <p:anim calcmode="lin" valueType="num">
                                      <p:cBhvr additive="base">
                                        <p:cTn id="7" dur="500"/>
                                        <p:tgtEl>
                                          <p:spTgt spid="117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79">
                                            <p:txEl>
                                              <p:pRg st="1" end="1"/>
                                            </p:txEl>
                                          </p:spTgt>
                                        </p:tgtEl>
                                        <p:attrNameLst>
                                          <p:attrName>style.visibility</p:attrName>
                                        </p:attrNameLst>
                                      </p:cBhvr>
                                      <p:to>
                                        <p:strVal val="visible"/>
                                      </p:to>
                                    </p:set>
                                    <p:anim calcmode="lin" valueType="num">
                                      <p:cBhvr additive="base">
                                        <p:cTn id="12" dur="500"/>
                                        <p:tgtEl>
                                          <p:spTgt spid="117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79">
                                            <p:txEl>
                                              <p:pRg st="2" end="2"/>
                                            </p:txEl>
                                          </p:spTgt>
                                        </p:tgtEl>
                                        <p:attrNameLst>
                                          <p:attrName>style.visibility</p:attrName>
                                        </p:attrNameLst>
                                      </p:cBhvr>
                                      <p:to>
                                        <p:strVal val="visible"/>
                                      </p:to>
                                    </p:set>
                                    <p:anim calcmode="lin" valueType="num">
                                      <p:cBhvr additive="base">
                                        <p:cTn id="17" dur="500"/>
                                        <p:tgtEl>
                                          <p:spTgt spid="117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182"/>
                                        </p:tgtEl>
                                        <p:attrNameLst>
                                          <p:attrName>style.visibility</p:attrName>
                                        </p:attrNameLst>
                                      </p:cBhvr>
                                      <p:to>
                                        <p:strVal val="visible"/>
                                      </p:to>
                                    </p:set>
                                    <p:anim calcmode="lin" valueType="num">
                                      <p:cBhvr additive="base">
                                        <p:cTn id="22" dur="500"/>
                                        <p:tgtEl>
                                          <p:spTgt spid="118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186"/>
        <p:cNvGrpSpPr/>
        <p:nvPr/>
      </p:nvGrpSpPr>
      <p:grpSpPr>
        <a:xfrm>
          <a:off x="0" y="0"/>
          <a:ext cx="0" cy="0"/>
          <a:chOff x="0" y="0"/>
          <a:chExt cx="0" cy="0"/>
        </a:xfrm>
      </p:grpSpPr>
      <p:sp>
        <p:nvSpPr>
          <p:cNvPr id="1187" name="Google Shape;1187;p51"/>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sz="4400"/>
              <a:t>7.1. Tổng quan về tiểu trình</a:t>
            </a:r>
            <a:endParaRPr/>
          </a:p>
        </p:txBody>
      </p:sp>
      <p:sp>
        <p:nvSpPr>
          <p:cNvPr id="1188" name="Google Shape;1188;p51"/>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1189" name="Google Shape;1189;p51"/>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51</a:t>
            </a:fld>
            <a:endParaRPr/>
          </a:p>
        </p:txBody>
      </p:sp>
      <p:sp>
        <p:nvSpPr>
          <p:cNvPr id="1190" name="Google Shape;1190;p51"/>
          <p:cNvSpPr txBox="1"/>
          <p:nvPr/>
        </p:nvSpPr>
        <p:spPr>
          <a:xfrm>
            <a:off x="2160814" y="2366127"/>
            <a:ext cx="38100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endParaRPr sz="2400">
              <a:solidFill>
                <a:schemeClr val="dk1"/>
              </a:solidFill>
              <a:latin typeface="Arial"/>
              <a:ea typeface="Arial"/>
              <a:cs typeface="Arial"/>
              <a:sym typeface="Arial"/>
            </a:endParaRPr>
          </a:p>
        </p:txBody>
      </p:sp>
      <p:sp>
        <p:nvSpPr>
          <p:cNvPr id="1191" name="Google Shape;1191;p51"/>
          <p:cNvSpPr txBox="1"/>
          <p:nvPr/>
        </p:nvSpPr>
        <p:spPr>
          <a:xfrm>
            <a:off x="2922814" y="2213728"/>
            <a:ext cx="3276600" cy="461665"/>
          </a:xfrm>
          <a:prstGeom prst="rect">
            <a:avLst/>
          </a:prstGeom>
          <a:solidFill>
            <a:srgbClr val="CCCCFF"/>
          </a:solidFill>
          <a:ln w="38100" cap="flat" cmpd="sng">
            <a:solidFill>
              <a:srgbClr val="CCCCFF"/>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en-US" sz="2400">
                <a:solidFill>
                  <a:schemeClr val="hlink"/>
                </a:solidFill>
                <a:latin typeface="Comic Sans MS"/>
                <a:ea typeface="Comic Sans MS"/>
                <a:cs typeface="Comic Sans MS"/>
                <a:sym typeface="Comic Sans MS"/>
              </a:rPr>
              <a:t>pid</a:t>
            </a:r>
            <a:endParaRPr/>
          </a:p>
        </p:txBody>
      </p:sp>
      <p:sp>
        <p:nvSpPr>
          <p:cNvPr id="1192" name="Google Shape;1192;p51"/>
          <p:cNvSpPr txBox="1"/>
          <p:nvPr/>
        </p:nvSpPr>
        <p:spPr>
          <a:xfrm>
            <a:off x="2922814" y="2747128"/>
            <a:ext cx="3276600" cy="461665"/>
          </a:xfrm>
          <a:prstGeom prst="rect">
            <a:avLst/>
          </a:prstGeom>
          <a:solidFill>
            <a:srgbClr val="99FF66"/>
          </a:solidFill>
          <a:ln w="38100" cap="flat" cmpd="sng">
            <a:solidFill>
              <a:srgbClr val="99FF66"/>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en-US" sz="2400">
                <a:solidFill>
                  <a:srgbClr val="006600"/>
                </a:solidFill>
                <a:latin typeface="Comic Sans MS"/>
                <a:ea typeface="Comic Sans MS"/>
                <a:cs typeface="Comic Sans MS"/>
                <a:sym typeface="Comic Sans MS"/>
              </a:rPr>
              <a:t>Threads list</a:t>
            </a:r>
            <a:endParaRPr/>
          </a:p>
        </p:txBody>
      </p:sp>
      <p:sp>
        <p:nvSpPr>
          <p:cNvPr id="1193" name="Google Shape;1193;p51"/>
          <p:cNvSpPr txBox="1"/>
          <p:nvPr/>
        </p:nvSpPr>
        <p:spPr>
          <a:xfrm>
            <a:off x="2922814" y="3280528"/>
            <a:ext cx="3276600" cy="1408113"/>
          </a:xfrm>
          <a:prstGeom prst="rect">
            <a:avLst/>
          </a:prstGeom>
          <a:solidFill>
            <a:srgbClr val="FF3399"/>
          </a:solidFill>
          <a:ln w="38100" cap="flat" cmpd="sng">
            <a:solidFill>
              <a:srgbClr val="FF3399"/>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en-US" sz="2400">
                <a:solidFill>
                  <a:srgbClr val="FFFF99"/>
                </a:solidFill>
                <a:latin typeface="Comic Sans MS"/>
                <a:ea typeface="Comic Sans MS"/>
                <a:cs typeface="Comic Sans MS"/>
                <a:sym typeface="Comic Sans MS"/>
              </a:rPr>
              <a:t>Context</a:t>
            </a:r>
            <a:endParaRPr/>
          </a:p>
          <a:p>
            <a:pPr marL="0" marR="0" lvl="0" indent="0" algn="l" rtl="0">
              <a:spcBef>
                <a:spcPts val="1200"/>
              </a:spcBef>
              <a:spcAft>
                <a:spcPts val="0"/>
              </a:spcAft>
              <a:buClr>
                <a:srgbClr val="000000"/>
              </a:buClr>
              <a:buSzPts val="2400"/>
              <a:buFont typeface="Times New Roman"/>
              <a:buNone/>
            </a:pPr>
            <a:r>
              <a:rPr lang="en-US" sz="2400">
                <a:solidFill>
                  <a:srgbClr val="FFFF99"/>
                </a:solidFill>
                <a:latin typeface="Comic Sans MS"/>
                <a:ea typeface="Comic Sans MS"/>
                <a:cs typeface="Comic Sans MS"/>
                <a:sym typeface="Comic Sans MS"/>
              </a:rPr>
              <a:t>(Mem, global ressources…)</a:t>
            </a:r>
            <a:endParaRPr/>
          </a:p>
        </p:txBody>
      </p:sp>
      <p:sp>
        <p:nvSpPr>
          <p:cNvPr id="1194" name="Google Shape;1194;p51"/>
          <p:cNvSpPr txBox="1"/>
          <p:nvPr/>
        </p:nvSpPr>
        <p:spPr>
          <a:xfrm>
            <a:off x="2922814" y="5795128"/>
            <a:ext cx="3276600" cy="461665"/>
          </a:xfrm>
          <a:prstGeom prst="rect">
            <a:avLst/>
          </a:prstGeom>
          <a:solidFill>
            <a:schemeClr val="folHlink"/>
          </a:solidFill>
          <a:ln w="38100" cap="flat" cmpd="sng">
            <a:solidFill>
              <a:schemeClr val="folHlink"/>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en-US" sz="2400">
                <a:solidFill>
                  <a:srgbClr val="FF3399"/>
                </a:solidFill>
                <a:latin typeface="Comic Sans MS"/>
                <a:ea typeface="Comic Sans MS"/>
                <a:cs typeface="Comic Sans MS"/>
                <a:sym typeface="Comic Sans MS"/>
              </a:rPr>
              <a:t>Scheduling statistic</a:t>
            </a:r>
            <a:endParaRPr/>
          </a:p>
        </p:txBody>
      </p:sp>
      <p:sp>
        <p:nvSpPr>
          <p:cNvPr id="1195" name="Google Shape;1195;p51"/>
          <p:cNvSpPr txBox="1"/>
          <p:nvPr/>
        </p:nvSpPr>
        <p:spPr>
          <a:xfrm>
            <a:off x="2922814" y="4728327"/>
            <a:ext cx="3276600" cy="1042988"/>
          </a:xfrm>
          <a:prstGeom prst="rect">
            <a:avLst/>
          </a:prstGeom>
          <a:solidFill>
            <a:srgbClr val="FFFF99"/>
          </a:solidFill>
          <a:ln w="38100" cap="flat" cmpd="sng">
            <a:solidFill>
              <a:srgbClr val="FFFF99"/>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en-US" sz="2400">
                <a:solidFill>
                  <a:srgbClr val="000099"/>
                </a:solidFill>
                <a:latin typeface="Comic Sans MS"/>
                <a:ea typeface="Comic Sans MS"/>
                <a:cs typeface="Comic Sans MS"/>
                <a:sym typeface="Comic Sans MS"/>
              </a:rPr>
              <a:t>Relatives</a:t>
            </a:r>
            <a:endParaRPr/>
          </a:p>
          <a:p>
            <a:pPr marL="0" marR="0" lvl="0" indent="0" algn="l" rtl="0">
              <a:spcBef>
                <a:spcPts val="1200"/>
              </a:spcBef>
              <a:spcAft>
                <a:spcPts val="0"/>
              </a:spcAft>
              <a:buClr>
                <a:srgbClr val="000000"/>
              </a:buClr>
              <a:buSzPts val="2400"/>
              <a:buFont typeface="Times New Roman"/>
              <a:buNone/>
            </a:pPr>
            <a:r>
              <a:rPr lang="en-US" sz="2400">
                <a:solidFill>
                  <a:srgbClr val="000099"/>
                </a:solidFill>
                <a:latin typeface="Comic Sans MS"/>
                <a:ea typeface="Comic Sans MS"/>
                <a:cs typeface="Comic Sans MS"/>
                <a:sym typeface="Comic Sans MS"/>
              </a:rPr>
              <a:t>( Dad, children)</a:t>
            </a:r>
            <a:endParaRPr/>
          </a:p>
        </p:txBody>
      </p:sp>
      <p:sp>
        <p:nvSpPr>
          <p:cNvPr id="1196" name="Google Shape;1196;p51"/>
          <p:cNvSpPr txBox="1"/>
          <p:nvPr/>
        </p:nvSpPr>
        <p:spPr>
          <a:xfrm>
            <a:off x="1962378" y="2213727"/>
            <a:ext cx="719137"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en-US" sz="2400">
                <a:solidFill>
                  <a:srgbClr val="FF3399"/>
                </a:solidFill>
                <a:latin typeface="Comic Sans MS"/>
                <a:ea typeface="Comic Sans MS"/>
                <a:cs typeface="Comic Sans MS"/>
                <a:sym typeface="Comic Sans MS"/>
              </a:rPr>
              <a:t>PCB</a:t>
            </a:r>
            <a:endParaRPr/>
          </a:p>
        </p:txBody>
      </p:sp>
      <p:sp>
        <p:nvSpPr>
          <p:cNvPr id="1197" name="Google Shape;1197;p51"/>
          <p:cNvSpPr txBox="1"/>
          <p:nvPr/>
        </p:nvSpPr>
        <p:spPr>
          <a:xfrm>
            <a:off x="6656614" y="3204328"/>
            <a:ext cx="3276600" cy="461665"/>
          </a:xfrm>
          <a:prstGeom prst="rect">
            <a:avLst/>
          </a:prstGeom>
          <a:solidFill>
            <a:srgbClr val="CCCCFF"/>
          </a:solidFill>
          <a:ln w="38100" cap="flat" cmpd="sng">
            <a:solidFill>
              <a:srgbClr val="CCCCFF"/>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en-US" sz="2400">
                <a:solidFill>
                  <a:schemeClr val="hlink"/>
                </a:solidFill>
                <a:latin typeface="Comic Sans MS"/>
                <a:ea typeface="Comic Sans MS"/>
                <a:cs typeface="Comic Sans MS"/>
                <a:sym typeface="Comic Sans MS"/>
              </a:rPr>
              <a:t>tid</a:t>
            </a:r>
            <a:endParaRPr/>
          </a:p>
        </p:txBody>
      </p:sp>
      <p:sp>
        <p:nvSpPr>
          <p:cNvPr id="1198" name="Google Shape;1198;p51"/>
          <p:cNvSpPr txBox="1"/>
          <p:nvPr/>
        </p:nvSpPr>
        <p:spPr>
          <a:xfrm>
            <a:off x="6656614" y="3737727"/>
            <a:ext cx="3276600" cy="1042988"/>
          </a:xfrm>
          <a:prstGeom prst="rect">
            <a:avLst/>
          </a:prstGeom>
          <a:solidFill>
            <a:srgbClr val="99FF66"/>
          </a:solidFill>
          <a:ln w="38100" cap="flat" cmpd="sng">
            <a:solidFill>
              <a:srgbClr val="99FF66"/>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en-US" sz="2400">
                <a:solidFill>
                  <a:srgbClr val="006600"/>
                </a:solidFill>
                <a:latin typeface="Comic Sans MS"/>
                <a:ea typeface="Comic Sans MS"/>
                <a:cs typeface="Comic Sans MS"/>
                <a:sym typeface="Comic Sans MS"/>
              </a:rPr>
              <a:t>State</a:t>
            </a:r>
            <a:endParaRPr/>
          </a:p>
          <a:p>
            <a:pPr marL="0" marR="0" lvl="0" indent="0" algn="l" rtl="0">
              <a:spcBef>
                <a:spcPts val="1200"/>
              </a:spcBef>
              <a:spcAft>
                <a:spcPts val="0"/>
              </a:spcAft>
              <a:buClr>
                <a:srgbClr val="000000"/>
              </a:buClr>
              <a:buSzPts val="2400"/>
              <a:buFont typeface="Times New Roman"/>
              <a:buNone/>
            </a:pPr>
            <a:r>
              <a:rPr lang="en-US" sz="2400">
                <a:solidFill>
                  <a:srgbClr val="006600"/>
                </a:solidFill>
                <a:latin typeface="Comic Sans MS"/>
                <a:ea typeface="Comic Sans MS"/>
                <a:cs typeface="Comic Sans MS"/>
                <a:sym typeface="Comic Sans MS"/>
              </a:rPr>
              <a:t>(State, details)</a:t>
            </a:r>
            <a:endParaRPr/>
          </a:p>
        </p:txBody>
      </p:sp>
      <p:sp>
        <p:nvSpPr>
          <p:cNvPr id="1199" name="Google Shape;1199;p51"/>
          <p:cNvSpPr txBox="1"/>
          <p:nvPr/>
        </p:nvSpPr>
        <p:spPr>
          <a:xfrm>
            <a:off x="6656614" y="4804527"/>
            <a:ext cx="3276600" cy="1042988"/>
          </a:xfrm>
          <a:prstGeom prst="rect">
            <a:avLst/>
          </a:prstGeom>
          <a:solidFill>
            <a:srgbClr val="FF3399"/>
          </a:solidFill>
          <a:ln w="38100" cap="flat" cmpd="sng">
            <a:solidFill>
              <a:srgbClr val="FF3399"/>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en-US" sz="2400">
                <a:solidFill>
                  <a:srgbClr val="FFFF99"/>
                </a:solidFill>
                <a:latin typeface="Comic Sans MS"/>
                <a:ea typeface="Comic Sans MS"/>
                <a:cs typeface="Comic Sans MS"/>
                <a:sym typeface="Comic Sans MS"/>
              </a:rPr>
              <a:t>Context</a:t>
            </a:r>
            <a:endParaRPr/>
          </a:p>
          <a:p>
            <a:pPr marL="0" marR="0" lvl="0" indent="0" algn="l" rtl="0">
              <a:spcBef>
                <a:spcPts val="1200"/>
              </a:spcBef>
              <a:spcAft>
                <a:spcPts val="0"/>
              </a:spcAft>
              <a:buClr>
                <a:srgbClr val="000000"/>
              </a:buClr>
              <a:buSzPts val="2400"/>
              <a:buFont typeface="Times New Roman"/>
              <a:buNone/>
            </a:pPr>
            <a:r>
              <a:rPr lang="en-US" sz="2400">
                <a:solidFill>
                  <a:srgbClr val="FFFF99"/>
                </a:solidFill>
                <a:latin typeface="Comic Sans MS"/>
                <a:ea typeface="Comic Sans MS"/>
                <a:cs typeface="Comic Sans MS"/>
                <a:sym typeface="Comic Sans MS"/>
              </a:rPr>
              <a:t>(IP, local stack…)</a:t>
            </a:r>
            <a:endParaRPr/>
          </a:p>
        </p:txBody>
      </p:sp>
      <p:sp>
        <p:nvSpPr>
          <p:cNvPr id="1200" name="Google Shape;1200;p51"/>
          <p:cNvSpPr txBox="1"/>
          <p:nvPr/>
        </p:nvSpPr>
        <p:spPr>
          <a:xfrm>
            <a:off x="6351815" y="2229603"/>
            <a:ext cx="3223959"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en-US" sz="2400">
                <a:solidFill>
                  <a:srgbClr val="FF3399"/>
                </a:solidFill>
                <a:latin typeface="Comic Sans MS"/>
                <a:ea typeface="Comic Sans MS"/>
                <a:cs typeface="Comic Sans MS"/>
                <a:sym typeface="Comic Sans MS"/>
              </a:rPr>
              <a:t>Thread Control Block</a:t>
            </a:r>
            <a:endParaRPr/>
          </a:p>
          <a:p>
            <a:pPr marL="0" marR="0" lvl="0" indent="0" algn="l" rtl="0">
              <a:spcBef>
                <a:spcPts val="0"/>
              </a:spcBef>
              <a:spcAft>
                <a:spcPts val="0"/>
              </a:spcAft>
              <a:buClr>
                <a:srgbClr val="000000"/>
              </a:buClr>
              <a:buSzPts val="2400"/>
              <a:buFont typeface="Times New Roman"/>
              <a:buNone/>
            </a:pPr>
            <a:r>
              <a:rPr lang="en-US" sz="2400">
                <a:solidFill>
                  <a:srgbClr val="FF3399"/>
                </a:solidFill>
                <a:latin typeface="Comic Sans MS"/>
                <a:ea typeface="Comic Sans MS"/>
                <a:cs typeface="Comic Sans MS"/>
                <a:sym typeface="Comic Sans MS"/>
              </a:rPr>
              <a:t>TCB</a:t>
            </a:r>
            <a:endParaRPr/>
          </a:p>
        </p:txBody>
      </p:sp>
      <p:sp>
        <p:nvSpPr>
          <p:cNvPr id="1201" name="Google Shape;1201;p51"/>
          <p:cNvSpPr txBox="1"/>
          <p:nvPr/>
        </p:nvSpPr>
        <p:spPr>
          <a:xfrm>
            <a:off x="774144" y="1117529"/>
            <a:ext cx="10579655" cy="540000"/>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2400" b="1">
                <a:solidFill>
                  <a:schemeClr val="lt1"/>
                </a:solidFill>
                <a:latin typeface="Arial"/>
                <a:ea typeface="Arial"/>
                <a:cs typeface="Arial"/>
                <a:sym typeface="Arial"/>
              </a:rPr>
              <a:t>PCB và TCB trong mô hình multithreads</a:t>
            </a:r>
            <a:endParaRPr sz="24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90"/>
                                        </p:tgtEl>
                                        <p:attrNameLst>
                                          <p:attrName>style.visibility</p:attrName>
                                        </p:attrNameLst>
                                      </p:cBhvr>
                                      <p:to>
                                        <p:strVal val="visible"/>
                                      </p:to>
                                    </p:set>
                                    <p:anim calcmode="lin" valueType="num">
                                      <p:cBhvr additive="base">
                                        <p:cTn id="7" dur="500"/>
                                        <p:tgtEl>
                                          <p:spTgt spid="1190"/>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191"/>
                                        </p:tgtEl>
                                        <p:attrNameLst>
                                          <p:attrName>style.visibility</p:attrName>
                                        </p:attrNameLst>
                                      </p:cBhvr>
                                      <p:to>
                                        <p:strVal val="visible"/>
                                      </p:to>
                                    </p:set>
                                    <p:anim calcmode="lin" valueType="num">
                                      <p:cBhvr additive="base">
                                        <p:cTn id="10" dur="500"/>
                                        <p:tgtEl>
                                          <p:spTgt spid="1191"/>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1192"/>
                                        </p:tgtEl>
                                        <p:attrNameLst>
                                          <p:attrName>style.visibility</p:attrName>
                                        </p:attrNameLst>
                                      </p:cBhvr>
                                      <p:to>
                                        <p:strVal val="visible"/>
                                      </p:to>
                                    </p:set>
                                    <p:anim calcmode="lin" valueType="num">
                                      <p:cBhvr additive="base">
                                        <p:cTn id="13" dur="500"/>
                                        <p:tgtEl>
                                          <p:spTgt spid="1192"/>
                                        </p:tgtEl>
                                        <p:attrNameLst>
                                          <p:attrName>ppt_y</p:attrName>
                                        </p:attrNameLst>
                                      </p:cBhvr>
                                      <p:tavLst>
                                        <p:tav tm="0">
                                          <p:val>
                                            <p:strVal val="#ppt_y+1"/>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193"/>
                                        </p:tgtEl>
                                        <p:attrNameLst>
                                          <p:attrName>style.visibility</p:attrName>
                                        </p:attrNameLst>
                                      </p:cBhvr>
                                      <p:to>
                                        <p:strVal val="visible"/>
                                      </p:to>
                                    </p:set>
                                    <p:anim calcmode="lin" valueType="num">
                                      <p:cBhvr additive="base">
                                        <p:cTn id="16" dur="500"/>
                                        <p:tgtEl>
                                          <p:spTgt spid="1193"/>
                                        </p:tgtEl>
                                        <p:attrNameLst>
                                          <p:attrName>ppt_y</p:attrName>
                                        </p:attrNameLst>
                                      </p:cBhvr>
                                      <p:tavLst>
                                        <p:tav tm="0">
                                          <p:val>
                                            <p:strVal val="#ppt_y+1"/>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194"/>
                                        </p:tgtEl>
                                        <p:attrNameLst>
                                          <p:attrName>style.visibility</p:attrName>
                                        </p:attrNameLst>
                                      </p:cBhvr>
                                      <p:to>
                                        <p:strVal val="visible"/>
                                      </p:to>
                                    </p:set>
                                    <p:anim calcmode="lin" valueType="num">
                                      <p:cBhvr additive="base">
                                        <p:cTn id="19" dur="500"/>
                                        <p:tgtEl>
                                          <p:spTgt spid="1194"/>
                                        </p:tgtEl>
                                        <p:attrNameLst>
                                          <p:attrName>ppt_y</p:attrName>
                                        </p:attrNameLst>
                                      </p:cBhvr>
                                      <p:tavLst>
                                        <p:tav tm="0">
                                          <p:val>
                                            <p:strVal val="#ppt_y+1"/>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1195"/>
                                        </p:tgtEl>
                                        <p:attrNameLst>
                                          <p:attrName>style.visibility</p:attrName>
                                        </p:attrNameLst>
                                      </p:cBhvr>
                                      <p:to>
                                        <p:strVal val="visible"/>
                                      </p:to>
                                    </p:set>
                                    <p:anim calcmode="lin" valueType="num">
                                      <p:cBhvr additive="base">
                                        <p:cTn id="22" dur="500"/>
                                        <p:tgtEl>
                                          <p:spTgt spid="1195"/>
                                        </p:tgtEl>
                                        <p:attrNameLst>
                                          <p:attrName>ppt_y</p:attrName>
                                        </p:attrNameLst>
                                      </p:cBhvr>
                                      <p:tavLst>
                                        <p:tav tm="0">
                                          <p:val>
                                            <p:strVal val="#ppt_y+1"/>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196"/>
                                        </p:tgtEl>
                                        <p:attrNameLst>
                                          <p:attrName>style.visibility</p:attrName>
                                        </p:attrNameLst>
                                      </p:cBhvr>
                                      <p:to>
                                        <p:strVal val="visible"/>
                                      </p:to>
                                    </p:set>
                                    <p:anim calcmode="lin" valueType="num">
                                      <p:cBhvr additive="base">
                                        <p:cTn id="25" dur="500"/>
                                        <p:tgtEl>
                                          <p:spTgt spid="1196"/>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197"/>
                                        </p:tgtEl>
                                        <p:attrNameLst>
                                          <p:attrName>style.visibility</p:attrName>
                                        </p:attrNameLst>
                                      </p:cBhvr>
                                      <p:to>
                                        <p:strVal val="visible"/>
                                      </p:to>
                                    </p:set>
                                    <p:anim calcmode="lin" valueType="num">
                                      <p:cBhvr additive="base">
                                        <p:cTn id="30" dur="500"/>
                                        <p:tgtEl>
                                          <p:spTgt spid="1197"/>
                                        </p:tgtEl>
                                        <p:attrNameLst>
                                          <p:attrName>ppt_y</p:attrName>
                                        </p:attrNameLst>
                                      </p:cBhvr>
                                      <p:tavLst>
                                        <p:tav tm="0">
                                          <p:val>
                                            <p:strVal val="#ppt_y+1"/>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198"/>
                                        </p:tgtEl>
                                        <p:attrNameLst>
                                          <p:attrName>style.visibility</p:attrName>
                                        </p:attrNameLst>
                                      </p:cBhvr>
                                      <p:to>
                                        <p:strVal val="visible"/>
                                      </p:to>
                                    </p:set>
                                    <p:anim calcmode="lin" valueType="num">
                                      <p:cBhvr additive="base">
                                        <p:cTn id="33" dur="500"/>
                                        <p:tgtEl>
                                          <p:spTgt spid="1198"/>
                                        </p:tgtEl>
                                        <p:attrNameLst>
                                          <p:attrName>ppt_y</p:attrName>
                                        </p:attrNameLst>
                                      </p:cBhvr>
                                      <p:tavLst>
                                        <p:tav tm="0">
                                          <p:val>
                                            <p:strVal val="#ppt_y+1"/>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1199"/>
                                        </p:tgtEl>
                                        <p:attrNameLst>
                                          <p:attrName>style.visibility</p:attrName>
                                        </p:attrNameLst>
                                      </p:cBhvr>
                                      <p:to>
                                        <p:strVal val="visible"/>
                                      </p:to>
                                    </p:set>
                                    <p:anim calcmode="lin" valueType="num">
                                      <p:cBhvr additive="base">
                                        <p:cTn id="36" dur="500"/>
                                        <p:tgtEl>
                                          <p:spTgt spid="1199"/>
                                        </p:tgtEl>
                                        <p:attrNameLst>
                                          <p:attrName>ppt_y</p:attrName>
                                        </p:attrNameLst>
                                      </p:cBhvr>
                                      <p:tavLst>
                                        <p:tav tm="0">
                                          <p:val>
                                            <p:strVal val="#ppt_y+1"/>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200"/>
                                        </p:tgtEl>
                                        <p:attrNameLst>
                                          <p:attrName>style.visibility</p:attrName>
                                        </p:attrNameLst>
                                      </p:cBhvr>
                                      <p:to>
                                        <p:strVal val="visible"/>
                                      </p:to>
                                    </p:set>
                                    <p:anim calcmode="lin" valueType="num">
                                      <p:cBhvr additive="base">
                                        <p:cTn id="39" dur="500"/>
                                        <p:tgtEl>
                                          <p:spTgt spid="120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205"/>
        <p:cNvGrpSpPr/>
        <p:nvPr/>
      </p:nvGrpSpPr>
      <p:grpSpPr>
        <a:xfrm>
          <a:off x="0" y="0"/>
          <a:ext cx="0" cy="0"/>
          <a:chOff x="0" y="0"/>
          <a:chExt cx="0" cy="0"/>
        </a:xfrm>
      </p:grpSpPr>
      <p:sp>
        <p:nvSpPr>
          <p:cNvPr id="1206" name="Google Shape;1206;p52"/>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sz="4400"/>
              <a:t>7.1. Tổng quan về tiểu trình</a:t>
            </a:r>
            <a:endParaRPr/>
          </a:p>
        </p:txBody>
      </p:sp>
      <p:sp>
        <p:nvSpPr>
          <p:cNvPr id="1207" name="Google Shape;1207;p52"/>
          <p:cNvSpPr txBox="1">
            <a:spLocks noGrp="1"/>
          </p:cNvSpPr>
          <p:nvPr>
            <p:ph type="body" idx="1"/>
          </p:nvPr>
        </p:nvSpPr>
        <p:spPr>
          <a:xfrm>
            <a:off x="774145" y="2013995"/>
            <a:ext cx="10579654" cy="4162968"/>
          </a:xfrm>
          <a:prstGeom prst="rect">
            <a:avLst/>
          </a:prstGeom>
          <a:noFill/>
          <a:ln>
            <a:noFill/>
          </a:ln>
        </p:spPr>
        <p:txBody>
          <a:bodyPr spcFirstLastPara="1" wrap="square" lIns="91425" tIns="45700" rIns="91425" bIns="45700" anchor="t" anchorCtr="0">
            <a:noAutofit/>
          </a:bodyPr>
          <a:lstStyle/>
          <a:p>
            <a:pPr marL="228600" lvl="0" indent="-228600" algn="just" rtl="0">
              <a:lnSpc>
                <a:spcPct val="130000"/>
              </a:lnSpc>
              <a:spcBef>
                <a:spcPts val="0"/>
              </a:spcBef>
              <a:spcAft>
                <a:spcPts val="0"/>
              </a:spcAft>
              <a:buClr>
                <a:schemeClr val="dk1"/>
              </a:buClr>
              <a:buSzPts val="2800"/>
              <a:buChar char="•"/>
            </a:pPr>
            <a:r>
              <a:rPr lang="en-US"/>
              <a:t>Đáp ứng nhanh: cho phép chương trình tiếp tục thực thi khi một bộ phận bị khóa hoặc một hoạt động dài.</a:t>
            </a:r>
            <a:endParaRPr/>
          </a:p>
          <a:p>
            <a:pPr marL="228600" lvl="0" indent="-228600" algn="just" rtl="0">
              <a:lnSpc>
                <a:spcPct val="130000"/>
              </a:lnSpc>
              <a:spcBef>
                <a:spcPts val="600"/>
              </a:spcBef>
              <a:spcAft>
                <a:spcPts val="0"/>
              </a:spcAft>
              <a:buClr>
                <a:schemeClr val="dk1"/>
              </a:buClr>
              <a:buSzPts val="2800"/>
              <a:buChar char="•"/>
            </a:pPr>
            <a:r>
              <a:rPr lang="en-US"/>
              <a:t>Chia sẻ tài nguyên: tiết kiệm không gian nhớ.</a:t>
            </a:r>
            <a:endParaRPr/>
          </a:p>
          <a:p>
            <a:pPr marL="228600" lvl="0" indent="-228600" algn="just" rtl="0">
              <a:lnSpc>
                <a:spcPct val="130000"/>
              </a:lnSpc>
              <a:spcBef>
                <a:spcPts val="600"/>
              </a:spcBef>
              <a:spcAft>
                <a:spcPts val="0"/>
              </a:spcAft>
              <a:buClr>
                <a:schemeClr val="dk1"/>
              </a:buClr>
              <a:buSzPts val="2800"/>
              <a:buChar char="•"/>
            </a:pPr>
            <a:r>
              <a:rPr lang="en-US"/>
              <a:t>Kinh tế: tạo và chuyển ngữ cảnh nhanh hơn tiến trình.</a:t>
            </a:r>
            <a:endParaRPr/>
          </a:p>
          <a:p>
            <a:pPr marL="685800" lvl="1" indent="-228600" algn="just" rtl="0">
              <a:lnSpc>
                <a:spcPct val="130000"/>
              </a:lnSpc>
              <a:spcBef>
                <a:spcPts val="600"/>
              </a:spcBef>
              <a:spcAft>
                <a:spcPts val="0"/>
              </a:spcAft>
              <a:buClr>
                <a:schemeClr val="dk1"/>
              </a:buClr>
              <a:buSzPts val="2400"/>
              <a:buChar char="•"/>
            </a:pPr>
            <a:r>
              <a:rPr lang="en-US"/>
              <a:t>Ví dụ: Trong Solaris 2, tạo process chậm hơn 30 lần, chuyển chậm hơn 5 lần so với thread.</a:t>
            </a:r>
            <a:endParaRPr/>
          </a:p>
          <a:p>
            <a:pPr marL="228600" lvl="0" indent="-228600" algn="just" rtl="0">
              <a:lnSpc>
                <a:spcPct val="130000"/>
              </a:lnSpc>
              <a:spcBef>
                <a:spcPts val="600"/>
              </a:spcBef>
              <a:spcAft>
                <a:spcPts val="0"/>
              </a:spcAft>
              <a:buClr>
                <a:schemeClr val="dk1"/>
              </a:buClr>
              <a:buSzPts val="2800"/>
              <a:buChar char="•"/>
            </a:pPr>
            <a:r>
              <a:rPr lang="en-US"/>
              <a:t>Trong multiprocessor: có thể thực hiện song song.</a:t>
            </a:r>
            <a:endParaRPr/>
          </a:p>
        </p:txBody>
      </p:sp>
      <p:sp>
        <p:nvSpPr>
          <p:cNvPr id="1208" name="Google Shape;1208;p52"/>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1209" name="Google Shape;1209;p52"/>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52</a:t>
            </a:fld>
            <a:endParaRPr/>
          </a:p>
        </p:txBody>
      </p:sp>
      <p:sp>
        <p:nvSpPr>
          <p:cNvPr id="1210" name="Google Shape;1210;p52"/>
          <p:cNvSpPr txBox="1"/>
          <p:nvPr/>
        </p:nvSpPr>
        <p:spPr>
          <a:xfrm>
            <a:off x="838200" y="1220587"/>
            <a:ext cx="4584909" cy="494751"/>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2400" b="1">
                <a:solidFill>
                  <a:schemeClr val="lt1"/>
                </a:solidFill>
                <a:latin typeface="Arial"/>
                <a:ea typeface="Arial"/>
                <a:cs typeface="Arial"/>
                <a:sym typeface="Arial"/>
              </a:rPr>
              <a:t>Lợi ích của tiến trình đa luồng</a:t>
            </a:r>
            <a:endParaRPr sz="24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10"/>
                                        </p:tgtEl>
                                        <p:attrNameLst>
                                          <p:attrName>style.visibility</p:attrName>
                                        </p:attrNameLst>
                                      </p:cBhvr>
                                      <p:to>
                                        <p:strVal val="visible"/>
                                      </p:to>
                                    </p:set>
                                    <p:anim calcmode="lin" valueType="num">
                                      <p:cBhvr additive="base">
                                        <p:cTn id="7" dur="500"/>
                                        <p:tgtEl>
                                          <p:spTgt spid="1210"/>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207">
                                            <p:txEl>
                                              <p:pRg st="0" end="0"/>
                                            </p:txEl>
                                          </p:spTgt>
                                        </p:tgtEl>
                                        <p:attrNameLst>
                                          <p:attrName>style.visibility</p:attrName>
                                        </p:attrNameLst>
                                      </p:cBhvr>
                                      <p:to>
                                        <p:strVal val="visible"/>
                                      </p:to>
                                    </p:set>
                                    <p:anim calcmode="lin" valueType="num">
                                      <p:cBhvr additive="base">
                                        <p:cTn id="12" dur="500"/>
                                        <p:tgtEl>
                                          <p:spTgt spid="120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207">
                                            <p:txEl>
                                              <p:pRg st="1" end="1"/>
                                            </p:txEl>
                                          </p:spTgt>
                                        </p:tgtEl>
                                        <p:attrNameLst>
                                          <p:attrName>style.visibility</p:attrName>
                                        </p:attrNameLst>
                                      </p:cBhvr>
                                      <p:to>
                                        <p:strVal val="visible"/>
                                      </p:to>
                                    </p:set>
                                    <p:anim calcmode="lin" valueType="num">
                                      <p:cBhvr additive="base">
                                        <p:cTn id="17" dur="500"/>
                                        <p:tgtEl>
                                          <p:spTgt spid="120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207">
                                            <p:txEl>
                                              <p:pRg st="2" end="2"/>
                                            </p:txEl>
                                          </p:spTgt>
                                        </p:tgtEl>
                                        <p:attrNameLst>
                                          <p:attrName>style.visibility</p:attrName>
                                        </p:attrNameLst>
                                      </p:cBhvr>
                                      <p:to>
                                        <p:strVal val="visible"/>
                                      </p:to>
                                    </p:set>
                                    <p:anim calcmode="lin" valueType="num">
                                      <p:cBhvr additive="base">
                                        <p:cTn id="22" dur="500"/>
                                        <p:tgtEl>
                                          <p:spTgt spid="120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207">
                                            <p:txEl>
                                              <p:pRg st="3" end="3"/>
                                            </p:txEl>
                                          </p:spTgt>
                                        </p:tgtEl>
                                        <p:attrNameLst>
                                          <p:attrName>style.visibility</p:attrName>
                                        </p:attrNameLst>
                                      </p:cBhvr>
                                      <p:to>
                                        <p:strVal val="visible"/>
                                      </p:to>
                                    </p:set>
                                    <p:anim calcmode="lin" valueType="num">
                                      <p:cBhvr additive="base">
                                        <p:cTn id="27" dur="500"/>
                                        <p:tgtEl>
                                          <p:spTgt spid="120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207">
                                            <p:txEl>
                                              <p:pRg st="4" end="4"/>
                                            </p:txEl>
                                          </p:spTgt>
                                        </p:tgtEl>
                                        <p:attrNameLst>
                                          <p:attrName>style.visibility</p:attrName>
                                        </p:attrNameLst>
                                      </p:cBhvr>
                                      <p:to>
                                        <p:strVal val="visible"/>
                                      </p:to>
                                    </p:set>
                                    <p:anim calcmode="lin" valueType="num">
                                      <p:cBhvr additive="base">
                                        <p:cTn id="32" dur="500"/>
                                        <p:tgtEl>
                                          <p:spTgt spid="120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214"/>
        <p:cNvGrpSpPr/>
        <p:nvPr/>
      </p:nvGrpSpPr>
      <p:grpSpPr>
        <a:xfrm>
          <a:off x="0" y="0"/>
          <a:ext cx="0" cy="0"/>
          <a:chOff x="0" y="0"/>
          <a:chExt cx="0" cy="0"/>
        </a:xfrm>
      </p:grpSpPr>
      <p:sp>
        <p:nvSpPr>
          <p:cNvPr id="1215" name="Google Shape;1215;p53"/>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sz="4400"/>
              <a:t>7.1. Tổng quan về tiểu trình</a:t>
            </a:r>
            <a:endParaRPr/>
          </a:p>
        </p:txBody>
      </p:sp>
      <p:sp>
        <p:nvSpPr>
          <p:cNvPr id="1216" name="Google Shape;1216;p53"/>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1217" name="Google Shape;1217;p53"/>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53</a:t>
            </a:fld>
            <a:endParaRPr/>
          </a:p>
        </p:txBody>
      </p:sp>
      <p:sp>
        <p:nvSpPr>
          <p:cNvPr id="1218" name="Google Shape;1218;p53"/>
          <p:cNvSpPr txBox="1"/>
          <p:nvPr/>
        </p:nvSpPr>
        <p:spPr>
          <a:xfrm>
            <a:off x="2284413" y="5679948"/>
            <a:ext cx="7696200" cy="954088"/>
          </a:xfrm>
          <a:prstGeom prst="rect">
            <a:avLst/>
          </a:prstGeom>
          <a:noFill/>
          <a:ln>
            <a:noFill/>
          </a:ln>
        </p:spPr>
        <p:txBody>
          <a:bodyPr spcFirstLastPara="1" wrap="square" lIns="91425" tIns="45700" rIns="91425" bIns="45700" anchor="t" anchorCtr="0">
            <a:noAutofit/>
          </a:bodyPr>
          <a:lstStyle/>
          <a:p>
            <a:pPr marL="342900" marR="0" lvl="0" indent="-342900" algn="ctr" rtl="0">
              <a:spcBef>
                <a:spcPts val="0"/>
              </a:spcBef>
              <a:spcAft>
                <a:spcPts val="0"/>
              </a:spcAft>
              <a:buNone/>
            </a:pPr>
            <a:r>
              <a:rPr lang="en-US" sz="2000" b="1">
                <a:solidFill>
                  <a:srgbClr val="993300"/>
                </a:solidFill>
                <a:latin typeface="Times New Roman"/>
                <a:ea typeface="Times New Roman"/>
                <a:cs typeface="Times New Roman"/>
                <a:sym typeface="Times New Roman"/>
              </a:rPr>
              <a:t>Khái niệm tiểu trình được hỗ trợ bởi một thư viện hoạt động trong user mode</a:t>
            </a:r>
            <a:endParaRPr/>
          </a:p>
        </p:txBody>
      </p:sp>
      <p:sp>
        <p:nvSpPr>
          <p:cNvPr id="1219" name="Google Shape;1219;p53"/>
          <p:cNvSpPr txBox="1"/>
          <p:nvPr/>
        </p:nvSpPr>
        <p:spPr>
          <a:xfrm>
            <a:off x="2898775" y="2741486"/>
            <a:ext cx="1841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endParaRPr sz="2400">
              <a:solidFill>
                <a:schemeClr val="dk1"/>
              </a:solidFill>
              <a:latin typeface="Arial"/>
              <a:ea typeface="Arial"/>
              <a:cs typeface="Arial"/>
              <a:sym typeface="Arial"/>
            </a:endParaRPr>
          </a:p>
        </p:txBody>
      </p:sp>
      <p:sp>
        <p:nvSpPr>
          <p:cNvPr id="1220" name="Google Shape;1220;p53"/>
          <p:cNvSpPr/>
          <p:nvPr/>
        </p:nvSpPr>
        <p:spPr>
          <a:xfrm>
            <a:off x="3829050" y="2006473"/>
            <a:ext cx="609600" cy="609600"/>
          </a:xfrm>
          <a:prstGeom prst="ellipse">
            <a:avLst/>
          </a:prstGeom>
          <a:solidFill>
            <a:srgbClr val="99FF66"/>
          </a:solidFill>
          <a:ln w="76200" cap="flat" cmpd="sng">
            <a:solidFill>
              <a:srgbClr val="0066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2800"/>
              <a:buFont typeface="Times New Roman"/>
              <a:buNone/>
            </a:pPr>
            <a:r>
              <a:rPr lang="en-US" sz="2800">
                <a:solidFill>
                  <a:schemeClr val="dk1"/>
                </a:solidFill>
                <a:latin typeface="Comic Sans MS"/>
                <a:ea typeface="Comic Sans MS"/>
                <a:cs typeface="Comic Sans MS"/>
                <a:sym typeface="Comic Sans MS"/>
              </a:rPr>
              <a:t>T1</a:t>
            </a:r>
            <a:endParaRPr/>
          </a:p>
        </p:txBody>
      </p:sp>
      <p:sp>
        <p:nvSpPr>
          <p:cNvPr id="1221" name="Google Shape;1221;p53"/>
          <p:cNvSpPr txBox="1"/>
          <p:nvPr/>
        </p:nvSpPr>
        <p:spPr>
          <a:xfrm>
            <a:off x="3981450" y="4368674"/>
            <a:ext cx="2870200" cy="1200329"/>
          </a:xfrm>
          <a:prstGeom prst="rect">
            <a:avLst/>
          </a:prstGeom>
          <a:solidFill>
            <a:srgbClr val="990099"/>
          </a:solid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endParaRPr sz="2400">
              <a:solidFill>
                <a:srgbClr val="FFFF99"/>
              </a:solidFill>
              <a:latin typeface="Comic Sans MS"/>
              <a:ea typeface="Comic Sans MS"/>
              <a:cs typeface="Comic Sans MS"/>
              <a:sym typeface="Comic Sans MS"/>
            </a:endParaRPr>
          </a:p>
          <a:p>
            <a:pPr marL="0" marR="0" lvl="0" indent="0" algn="l" rtl="0">
              <a:spcBef>
                <a:spcPts val="0"/>
              </a:spcBef>
              <a:spcAft>
                <a:spcPts val="0"/>
              </a:spcAft>
              <a:buClr>
                <a:srgbClr val="000000"/>
              </a:buClr>
              <a:buSzPts val="2400"/>
              <a:buFont typeface="Times New Roman"/>
              <a:buNone/>
            </a:pPr>
            <a:endParaRPr sz="2400">
              <a:solidFill>
                <a:srgbClr val="FFFF99"/>
              </a:solidFill>
              <a:latin typeface="Comic Sans MS"/>
              <a:ea typeface="Comic Sans MS"/>
              <a:cs typeface="Comic Sans MS"/>
              <a:sym typeface="Comic Sans MS"/>
            </a:endParaRPr>
          </a:p>
          <a:p>
            <a:pPr marL="0" marR="0" lvl="0" indent="0" algn="l" rtl="0">
              <a:spcBef>
                <a:spcPts val="0"/>
              </a:spcBef>
              <a:spcAft>
                <a:spcPts val="0"/>
              </a:spcAft>
              <a:buClr>
                <a:srgbClr val="000000"/>
              </a:buClr>
              <a:buSzPts val="2400"/>
              <a:buFont typeface="Times New Roman"/>
              <a:buNone/>
            </a:pPr>
            <a:r>
              <a:rPr lang="en-US" sz="2400">
                <a:solidFill>
                  <a:srgbClr val="FFFF99"/>
                </a:solidFill>
                <a:latin typeface="Comic Sans MS"/>
                <a:ea typeface="Comic Sans MS"/>
                <a:cs typeface="Comic Sans MS"/>
                <a:sym typeface="Comic Sans MS"/>
              </a:rPr>
              <a:t>Kernel</a:t>
            </a:r>
            <a:endParaRPr/>
          </a:p>
        </p:txBody>
      </p:sp>
      <p:sp>
        <p:nvSpPr>
          <p:cNvPr id="1222" name="Google Shape;1222;p53"/>
          <p:cNvSpPr/>
          <p:nvPr/>
        </p:nvSpPr>
        <p:spPr>
          <a:xfrm>
            <a:off x="4667250" y="2006473"/>
            <a:ext cx="609600" cy="609600"/>
          </a:xfrm>
          <a:prstGeom prst="ellipse">
            <a:avLst/>
          </a:prstGeom>
          <a:solidFill>
            <a:srgbClr val="FF3399"/>
          </a:solidFill>
          <a:ln w="76200" cap="flat" cmpd="sng">
            <a:solidFill>
              <a:srgbClr val="9933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2800"/>
              <a:buFont typeface="Times New Roman"/>
              <a:buNone/>
            </a:pPr>
            <a:r>
              <a:rPr lang="en-US" sz="2800">
                <a:solidFill>
                  <a:srgbClr val="99FF66"/>
                </a:solidFill>
                <a:latin typeface="Comic Sans MS"/>
                <a:ea typeface="Comic Sans MS"/>
                <a:cs typeface="Comic Sans MS"/>
                <a:sym typeface="Comic Sans MS"/>
              </a:rPr>
              <a:t>T2</a:t>
            </a:r>
            <a:endParaRPr/>
          </a:p>
        </p:txBody>
      </p:sp>
      <p:cxnSp>
        <p:nvCxnSpPr>
          <p:cNvPr id="1223" name="Google Shape;1223;p53"/>
          <p:cNvCxnSpPr/>
          <p:nvPr/>
        </p:nvCxnSpPr>
        <p:spPr>
          <a:xfrm>
            <a:off x="3448050" y="4140073"/>
            <a:ext cx="3886200" cy="0"/>
          </a:xfrm>
          <a:prstGeom prst="straightConnector1">
            <a:avLst/>
          </a:prstGeom>
          <a:noFill/>
          <a:ln w="76200" cap="flat" cmpd="sng">
            <a:solidFill>
              <a:srgbClr val="800080"/>
            </a:solidFill>
            <a:prstDash val="solid"/>
            <a:miter lim="800000"/>
            <a:headEnd type="none" w="med" len="med"/>
            <a:tailEnd type="none" w="med" len="med"/>
          </a:ln>
        </p:spPr>
      </p:cxnSp>
      <p:sp>
        <p:nvSpPr>
          <p:cNvPr id="1224" name="Google Shape;1224;p53"/>
          <p:cNvSpPr txBox="1"/>
          <p:nvPr/>
        </p:nvSpPr>
        <p:spPr>
          <a:xfrm>
            <a:off x="7486651" y="2463674"/>
            <a:ext cx="1412875" cy="8302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en-US" sz="2400">
                <a:solidFill>
                  <a:schemeClr val="dk1"/>
                </a:solidFill>
                <a:latin typeface="Times New Roman"/>
                <a:ea typeface="Times New Roman"/>
                <a:cs typeface="Times New Roman"/>
                <a:sym typeface="Times New Roman"/>
              </a:rPr>
              <a:t>User</a:t>
            </a:r>
            <a:r>
              <a:rPr lang="en-US" sz="2400">
                <a:solidFill>
                  <a:schemeClr val="dk1"/>
                </a:solidFill>
                <a:latin typeface="Arial"/>
                <a:ea typeface="Arial"/>
                <a:cs typeface="Arial"/>
                <a:sym typeface="Arial"/>
              </a:rPr>
              <a:t> </a:t>
            </a:r>
            <a:r>
              <a:rPr lang="en-US" sz="2400">
                <a:solidFill>
                  <a:schemeClr val="dk1"/>
                </a:solidFill>
                <a:latin typeface="Times New Roman"/>
                <a:ea typeface="Times New Roman"/>
                <a:cs typeface="Times New Roman"/>
                <a:sym typeface="Times New Roman"/>
              </a:rPr>
              <a:t>mode</a:t>
            </a:r>
            <a:endParaRPr/>
          </a:p>
        </p:txBody>
      </p:sp>
      <p:sp>
        <p:nvSpPr>
          <p:cNvPr id="1225" name="Google Shape;1225;p53"/>
          <p:cNvSpPr txBox="1"/>
          <p:nvPr/>
        </p:nvSpPr>
        <p:spPr>
          <a:xfrm>
            <a:off x="7332663" y="4490911"/>
            <a:ext cx="1611312" cy="8302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en-US" sz="2400">
                <a:solidFill>
                  <a:schemeClr val="dk1"/>
                </a:solidFill>
                <a:latin typeface="Times New Roman"/>
                <a:ea typeface="Times New Roman"/>
                <a:cs typeface="Times New Roman"/>
                <a:sym typeface="Times New Roman"/>
              </a:rPr>
              <a:t>Kernel</a:t>
            </a:r>
            <a:r>
              <a:rPr lang="en-US" sz="2400">
                <a:solidFill>
                  <a:schemeClr val="dk1"/>
                </a:solidFill>
                <a:latin typeface="Arial"/>
                <a:ea typeface="Arial"/>
                <a:cs typeface="Arial"/>
                <a:sym typeface="Arial"/>
              </a:rPr>
              <a:t> </a:t>
            </a:r>
            <a:r>
              <a:rPr lang="en-US" sz="2400">
                <a:solidFill>
                  <a:schemeClr val="dk1"/>
                </a:solidFill>
                <a:latin typeface="Times New Roman"/>
                <a:ea typeface="Times New Roman"/>
                <a:cs typeface="Times New Roman"/>
                <a:sym typeface="Times New Roman"/>
              </a:rPr>
              <a:t>mode</a:t>
            </a:r>
            <a:endParaRPr/>
          </a:p>
        </p:txBody>
      </p:sp>
      <p:sp>
        <p:nvSpPr>
          <p:cNvPr id="1226" name="Google Shape;1226;p53"/>
          <p:cNvSpPr/>
          <p:nvPr/>
        </p:nvSpPr>
        <p:spPr>
          <a:xfrm>
            <a:off x="6267450" y="2006473"/>
            <a:ext cx="609600" cy="609600"/>
          </a:xfrm>
          <a:prstGeom prst="ellipse">
            <a:avLst/>
          </a:prstGeom>
          <a:solidFill>
            <a:srgbClr val="CCCCFF"/>
          </a:solidFill>
          <a:ln w="76200" cap="flat" cmpd="sng">
            <a:solidFill>
              <a:srgbClr val="9933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2800"/>
              <a:buFont typeface="Times New Roman"/>
              <a:buNone/>
            </a:pPr>
            <a:r>
              <a:rPr lang="en-US" sz="2800">
                <a:solidFill>
                  <a:schemeClr val="dk1"/>
                </a:solidFill>
                <a:latin typeface="Comic Sans MS"/>
                <a:ea typeface="Comic Sans MS"/>
                <a:cs typeface="Comic Sans MS"/>
                <a:sym typeface="Comic Sans MS"/>
              </a:rPr>
              <a:t>T3</a:t>
            </a:r>
            <a:endParaRPr/>
          </a:p>
        </p:txBody>
      </p:sp>
      <p:sp>
        <p:nvSpPr>
          <p:cNvPr id="1227" name="Google Shape;1227;p53"/>
          <p:cNvSpPr/>
          <p:nvPr/>
        </p:nvSpPr>
        <p:spPr>
          <a:xfrm>
            <a:off x="3752850" y="3149473"/>
            <a:ext cx="1295400" cy="609600"/>
          </a:xfrm>
          <a:prstGeom prst="ellipse">
            <a:avLst/>
          </a:prstGeom>
          <a:solidFill>
            <a:srgbClr val="FFFF99"/>
          </a:solidFill>
          <a:ln w="76200" cap="flat" cmpd="sng">
            <a:solidFill>
              <a:srgbClr val="0066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2800"/>
              <a:buFont typeface="Times New Roman"/>
              <a:buNone/>
            </a:pPr>
            <a:r>
              <a:rPr lang="en-US" sz="2800">
                <a:solidFill>
                  <a:schemeClr val="dk1"/>
                </a:solidFill>
                <a:latin typeface="Comic Sans MS"/>
                <a:ea typeface="Comic Sans MS"/>
                <a:cs typeface="Comic Sans MS"/>
                <a:sym typeface="Comic Sans MS"/>
              </a:rPr>
              <a:t>LWP1</a:t>
            </a:r>
            <a:endParaRPr/>
          </a:p>
        </p:txBody>
      </p:sp>
      <p:sp>
        <p:nvSpPr>
          <p:cNvPr id="1228" name="Google Shape;1228;p53"/>
          <p:cNvSpPr/>
          <p:nvPr/>
        </p:nvSpPr>
        <p:spPr>
          <a:xfrm>
            <a:off x="5810250" y="3073273"/>
            <a:ext cx="1371600" cy="609600"/>
          </a:xfrm>
          <a:prstGeom prst="ellipse">
            <a:avLst/>
          </a:prstGeom>
          <a:solidFill>
            <a:srgbClr val="FFFF99"/>
          </a:solidFill>
          <a:ln w="76200" cap="flat" cmpd="sng">
            <a:solidFill>
              <a:srgbClr val="0066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2800"/>
              <a:buFont typeface="Times New Roman"/>
              <a:buNone/>
            </a:pPr>
            <a:r>
              <a:rPr lang="en-US" sz="2800">
                <a:solidFill>
                  <a:schemeClr val="dk1"/>
                </a:solidFill>
                <a:latin typeface="Comic Sans MS"/>
                <a:ea typeface="Comic Sans MS"/>
                <a:cs typeface="Comic Sans MS"/>
                <a:sym typeface="Comic Sans MS"/>
              </a:rPr>
              <a:t>LWP2</a:t>
            </a:r>
            <a:endParaRPr/>
          </a:p>
        </p:txBody>
      </p:sp>
      <p:sp>
        <p:nvSpPr>
          <p:cNvPr id="1229" name="Google Shape;1229;p53"/>
          <p:cNvSpPr/>
          <p:nvPr/>
        </p:nvSpPr>
        <p:spPr>
          <a:xfrm>
            <a:off x="4210050" y="4597273"/>
            <a:ext cx="609600" cy="609600"/>
          </a:xfrm>
          <a:prstGeom prst="ellipse">
            <a:avLst/>
          </a:prstGeom>
          <a:solidFill>
            <a:srgbClr val="99FF66"/>
          </a:solidFill>
          <a:ln w="76200" cap="flat" cmpd="sng">
            <a:solidFill>
              <a:srgbClr val="0066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2800"/>
              <a:buFont typeface="Times New Roman"/>
              <a:buNone/>
            </a:pPr>
            <a:r>
              <a:rPr lang="en-US" sz="2800">
                <a:solidFill>
                  <a:schemeClr val="dk1"/>
                </a:solidFill>
                <a:latin typeface="Comic Sans MS"/>
                <a:ea typeface="Comic Sans MS"/>
                <a:cs typeface="Comic Sans MS"/>
                <a:sym typeface="Comic Sans MS"/>
              </a:rPr>
              <a:t>P1</a:t>
            </a:r>
            <a:endParaRPr/>
          </a:p>
        </p:txBody>
      </p:sp>
      <p:sp>
        <p:nvSpPr>
          <p:cNvPr id="1230" name="Google Shape;1230;p53"/>
          <p:cNvSpPr/>
          <p:nvPr/>
        </p:nvSpPr>
        <p:spPr>
          <a:xfrm>
            <a:off x="5886450" y="4521073"/>
            <a:ext cx="609600" cy="609600"/>
          </a:xfrm>
          <a:prstGeom prst="ellipse">
            <a:avLst/>
          </a:prstGeom>
          <a:solidFill>
            <a:srgbClr val="99FF66"/>
          </a:solidFill>
          <a:ln w="76200" cap="flat" cmpd="sng">
            <a:solidFill>
              <a:srgbClr val="0066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2800"/>
              <a:buFont typeface="Times New Roman"/>
              <a:buNone/>
            </a:pPr>
            <a:r>
              <a:rPr lang="en-US" sz="2800">
                <a:solidFill>
                  <a:schemeClr val="dk1"/>
                </a:solidFill>
                <a:latin typeface="Comic Sans MS"/>
                <a:ea typeface="Comic Sans MS"/>
                <a:cs typeface="Comic Sans MS"/>
                <a:sym typeface="Comic Sans MS"/>
              </a:rPr>
              <a:t>P2</a:t>
            </a:r>
            <a:endParaRPr/>
          </a:p>
        </p:txBody>
      </p:sp>
      <p:sp>
        <p:nvSpPr>
          <p:cNvPr id="1231" name="Google Shape;1231;p53"/>
          <p:cNvSpPr/>
          <p:nvPr/>
        </p:nvSpPr>
        <p:spPr>
          <a:xfrm>
            <a:off x="3892550" y="2616073"/>
            <a:ext cx="190500" cy="533400"/>
          </a:xfrm>
          <a:custGeom>
            <a:avLst/>
            <a:gdLst/>
            <a:ahLst/>
            <a:cxnLst/>
            <a:rect l="l" t="t" r="r" b="b"/>
            <a:pathLst>
              <a:path w="120" h="336" extrusionOk="0">
                <a:moveTo>
                  <a:pt x="56" y="0"/>
                </a:moveTo>
                <a:cubicBezTo>
                  <a:pt x="28" y="56"/>
                  <a:pt x="0" y="112"/>
                  <a:pt x="8" y="144"/>
                </a:cubicBezTo>
                <a:cubicBezTo>
                  <a:pt x="16" y="176"/>
                  <a:pt x="88" y="160"/>
                  <a:pt x="104" y="192"/>
                </a:cubicBezTo>
                <a:cubicBezTo>
                  <a:pt x="120" y="224"/>
                  <a:pt x="112" y="280"/>
                  <a:pt x="104" y="336"/>
                </a:cubicBezTo>
              </a:path>
            </a:pathLst>
          </a:custGeom>
          <a:noFill/>
          <a:ln w="50800" cap="flat" cmpd="sng">
            <a:solidFill>
              <a:srgbClr val="80008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32" name="Google Shape;1232;p53"/>
          <p:cNvSpPr/>
          <p:nvPr/>
        </p:nvSpPr>
        <p:spPr>
          <a:xfrm>
            <a:off x="4641850" y="2616073"/>
            <a:ext cx="292100" cy="533400"/>
          </a:xfrm>
          <a:custGeom>
            <a:avLst/>
            <a:gdLst/>
            <a:ahLst/>
            <a:cxnLst/>
            <a:rect l="l" t="t" r="r" b="b"/>
            <a:pathLst>
              <a:path w="184" h="336" extrusionOk="0">
                <a:moveTo>
                  <a:pt x="160" y="0"/>
                </a:moveTo>
                <a:cubicBezTo>
                  <a:pt x="172" y="52"/>
                  <a:pt x="184" y="104"/>
                  <a:pt x="160" y="144"/>
                </a:cubicBezTo>
                <a:cubicBezTo>
                  <a:pt x="136" y="184"/>
                  <a:pt x="32" y="208"/>
                  <a:pt x="16" y="240"/>
                </a:cubicBezTo>
                <a:cubicBezTo>
                  <a:pt x="0" y="272"/>
                  <a:pt x="32" y="304"/>
                  <a:pt x="64" y="336"/>
                </a:cubicBezTo>
              </a:path>
            </a:pathLst>
          </a:custGeom>
          <a:noFill/>
          <a:ln w="50800" cap="flat" cmpd="sng">
            <a:solidFill>
              <a:srgbClr val="80008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33" name="Google Shape;1233;p53"/>
          <p:cNvSpPr/>
          <p:nvPr/>
        </p:nvSpPr>
        <p:spPr>
          <a:xfrm>
            <a:off x="6381750" y="2616073"/>
            <a:ext cx="342900" cy="381000"/>
          </a:xfrm>
          <a:custGeom>
            <a:avLst/>
            <a:gdLst/>
            <a:ahLst/>
            <a:cxnLst/>
            <a:rect l="l" t="t" r="r" b="b"/>
            <a:pathLst>
              <a:path w="216" h="240" extrusionOk="0">
                <a:moveTo>
                  <a:pt x="72" y="0"/>
                </a:moveTo>
                <a:cubicBezTo>
                  <a:pt x="36" y="36"/>
                  <a:pt x="0" y="72"/>
                  <a:pt x="24" y="96"/>
                </a:cubicBezTo>
                <a:cubicBezTo>
                  <a:pt x="48" y="120"/>
                  <a:pt x="216" y="120"/>
                  <a:pt x="216" y="144"/>
                </a:cubicBezTo>
                <a:cubicBezTo>
                  <a:pt x="216" y="168"/>
                  <a:pt x="120" y="204"/>
                  <a:pt x="24" y="240"/>
                </a:cubicBezTo>
              </a:path>
            </a:pathLst>
          </a:custGeom>
          <a:noFill/>
          <a:ln w="50800" cap="flat" cmpd="sng">
            <a:solidFill>
              <a:srgbClr val="80008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234" name="Google Shape;1234;p53"/>
          <p:cNvCxnSpPr/>
          <p:nvPr/>
        </p:nvCxnSpPr>
        <p:spPr>
          <a:xfrm>
            <a:off x="4362450" y="3759073"/>
            <a:ext cx="76200" cy="838200"/>
          </a:xfrm>
          <a:prstGeom prst="straightConnector1">
            <a:avLst/>
          </a:prstGeom>
          <a:noFill/>
          <a:ln w="76200" cap="flat" cmpd="sng">
            <a:solidFill>
              <a:schemeClr val="hlink"/>
            </a:solidFill>
            <a:prstDash val="solid"/>
            <a:miter lim="800000"/>
            <a:headEnd type="none" w="med" len="med"/>
            <a:tailEnd type="stealth" w="med" len="med"/>
          </a:ln>
        </p:spPr>
      </p:cxnSp>
      <p:cxnSp>
        <p:nvCxnSpPr>
          <p:cNvPr id="1235" name="Google Shape;1235;p53"/>
          <p:cNvCxnSpPr/>
          <p:nvPr/>
        </p:nvCxnSpPr>
        <p:spPr>
          <a:xfrm flipH="1">
            <a:off x="6267450" y="3682873"/>
            <a:ext cx="228600" cy="838200"/>
          </a:xfrm>
          <a:prstGeom prst="straightConnector1">
            <a:avLst/>
          </a:prstGeom>
          <a:noFill/>
          <a:ln w="76200" cap="flat" cmpd="sng">
            <a:solidFill>
              <a:schemeClr val="hlink"/>
            </a:solidFill>
            <a:prstDash val="solid"/>
            <a:miter lim="800000"/>
            <a:headEnd type="none" w="med" len="med"/>
            <a:tailEnd type="stealth" w="med" len="med"/>
          </a:ln>
        </p:spPr>
      </p:cxnSp>
      <p:sp>
        <p:nvSpPr>
          <p:cNvPr id="1236" name="Google Shape;1236;p53"/>
          <p:cNvSpPr txBox="1"/>
          <p:nvPr/>
        </p:nvSpPr>
        <p:spPr>
          <a:xfrm>
            <a:off x="774145" y="1141043"/>
            <a:ext cx="5403274" cy="494751"/>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2400" b="1">
                <a:solidFill>
                  <a:schemeClr val="lt1"/>
                </a:solidFill>
                <a:latin typeface="Arial"/>
                <a:ea typeface="Arial"/>
                <a:cs typeface="Arial"/>
                <a:sym typeface="Arial"/>
              </a:rPr>
              <a:t>Tiểu trình người dùng (User thread)</a:t>
            </a:r>
            <a:endParaRPr sz="2400" b="1">
              <a:solidFill>
                <a:schemeClr val="lt1"/>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240"/>
        <p:cNvGrpSpPr/>
        <p:nvPr/>
      </p:nvGrpSpPr>
      <p:grpSpPr>
        <a:xfrm>
          <a:off x="0" y="0"/>
          <a:ext cx="0" cy="0"/>
          <a:chOff x="0" y="0"/>
          <a:chExt cx="0" cy="0"/>
        </a:xfrm>
      </p:grpSpPr>
      <p:sp>
        <p:nvSpPr>
          <p:cNvPr id="1241" name="Google Shape;1241;p54"/>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sz="4400"/>
              <a:t>7.1. Tổng quan về tiểu trình</a:t>
            </a:r>
            <a:endParaRPr/>
          </a:p>
        </p:txBody>
      </p:sp>
      <p:sp>
        <p:nvSpPr>
          <p:cNvPr id="1242" name="Google Shape;1242;p54"/>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1243" name="Google Shape;1243;p54"/>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54</a:t>
            </a:fld>
            <a:endParaRPr/>
          </a:p>
        </p:txBody>
      </p:sp>
      <p:sp>
        <p:nvSpPr>
          <p:cNvPr id="1244" name="Google Shape;1244;p54"/>
          <p:cNvSpPr txBox="1"/>
          <p:nvPr/>
        </p:nvSpPr>
        <p:spPr>
          <a:xfrm>
            <a:off x="1842052" y="5637420"/>
            <a:ext cx="7772400" cy="838200"/>
          </a:xfrm>
          <a:prstGeom prst="rect">
            <a:avLst/>
          </a:prstGeom>
          <a:noFill/>
          <a:ln>
            <a:noFill/>
          </a:ln>
        </p:spPr>
        <p:txBody>
          <a:bodyPr spcFirstLastPara="1" wrap="square" lIns="91425" tIns="45700" rIns="91425" bIns="45700" anchor="t" anchorCtr="0">
            <a:noAutofit/>
          </a:bodyPr>
          <a:lstStyle/>
          <a:p>
            <a:pPr marL="342900" marR="0" lvl="0" indent="-342900" algn="ctr" rtl="0">
              <a:spcBef>
                <a:spcPts val="0"/>
              </a:spcBef>
              <a:spcAft>
                <a:spcPts val="0"/>
              </a:spcAft>
              <a:buNone/>
            </a:pPr>
            <a:r>
              <a:rPr lang="en-US" sz="1800" b="1">
                <a:solidFill>
                  <a:srgbClr val="FF3399"/>
                </a:solidFill>
                <a:latin typeface="Times New Roman"/>
                <a:ea typeface="Times New Roman"/>
                <a:cs typeface="Times New Roman"/>
                <a:sym typeface="Times New Roman"/>
              </a:rPr>
              <a:t>Khái niệm tiểu trình được xây dựng bên trong hạt nhân</a:t>
            </a:r>
            <a:endParaRPr/>
          </a:p>
        </p:txBody>
      </p:sp>
      <p:sp>
        <p:nvSpPr>
          <p:cNvPr id="1245" name="Google Shape;1245;p54"/>
          <p:cNvSpPr txBox="1"/>
          <p:nvPr/>
        </p:nvSpPr>
        <p:spPr>
          <a:xfrm>
            <a:off x="3350177" y="3095833"/>
            <a:ext cx="1841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endParaRPr sz="2400">
              <a:solidFill>
                <a:schemeClr val="dk1"/>
              </a:solidFill>
              <a:latin typeface="Arial"/>
              <a:ea typeface="Arial"/>
              <a:cs typeface="Arial"/>
              <a:sym typeface="Arial"/>
            </a:endParaRPr>
          </a:p>
        </p:txBody>
      </p:sp>
      <p:sp>
        <p:nvSpPr>
          <p:cNvPr id="1246" name="Google Shape;1246;p54"/>
          <p:cNvSpPr/>
          <p:nvPr/>
        </p:nvSpPr>
        <p:spPr>
          <a:xfrm>
            <a:off x="2985052" y="2665620"/>
            <a:ext cx="914400" cy="914400"/>
          </a:xfrm>
          <a:prstGeom prst="ellipse">
            <a:avLst/>
          </a:prstGeom>
          <a:solidFill>
            <a:srgbClr val="99FF66"/>
          </a:solidFill>
          <a:ln w="76200" cap="flat" cmpd="sng">
            <a:solidFill>
              <a:srgbClr val="0066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2800"/>
              <a:buFont typeface="Times New Roman"/>
              <a:buNone/>
            </a:pPr>
            <a:r>
              <a:rPr lang="en-US" sz="2800">
                <a:solidFill>
                  <a:schemeClr val="dk1"/>
                </a:solidFill>
                <a:latin typeface="Comic Sans MS"/>
                <a:ea typeface="Comic Sans MS"/>
                <a:cs typeface="Comic Sans MS"/>
                <a:sym typeface="Comic Sans MS"/>
              </a:rPr>
              <a:t>T1</a:t>
            </a:r>
            <a:endParaRPr/>
          </a:p>
        </p:txBody>
      </p:sp>
      <p:sp>
        <p:nvSpPr>
          <p:cNvPr id="1247" name="Google Shape;1247;p54"/>
          <p:cNvSpPr/>
          <p:nvPr/>
        </p:nvSpPr>
        <p:spPr>
          <a:xfrm>
            <a:off x="6566452" y="2665620"/>
            <a:ext cx="914400" cy="914400"/>
          </a:xfrm>
          <a:prstGeom prst="ellipse">
            <a:avLst/>
          </a:prstGeom>
          <a:solidFill>
            <a:srgbClr val="FF3399"/>
          </a:solidFill>
          <a:ln w="76200" cap="flat" cmpd="sng">
            <a:solidFill>
              <a:srgbClr val="9933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2800"/>
              <a:buFont typeface="Times New Roman"/>
              <a:buNone/>
            </a:pPr>
            <a:r>
              <a:rPr lang="en-US" sz="2800">
                <a:solidFill>
                  <a:srgbClr val="99FF66"/>
                </a:solidFill>
                <a:latin typeface="Comic Sans MS"/>
                <a:ea typeface="Comic Sans MS"/>
                <a:cs typeface="Comic Sans MS"/>
                <a:sym typeface="Comic Sans MS"/>
              </a:rPr>
              <a:t>T2</a:t>
            </a:r>
            <a:endParaRPr/>
          </a:p>
        </p:txBody>
      </p:sp>
      <p:sp>
        <p:nvSpPr>
          <p:cNvPr id="1248" name="Google Shape;1248;p54"/>
          <p:cNvSpPr txBox="1"/>
          <p:nvPr/>
        </p:nvSpPr>
        <p:spPr>
          <a:xfrm>
            <a:off x="4642402" y="4265820"/>
            <a:ext cx="871538" cy="457200"/>
          </a:xfrm>
          <a:prstGeom prst="rect">
            <a:avLst/>
          </a:prstGeom>
          <a:solidFill>
            <a:srgbClr val="990099"/>
          </a:solid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en-US" sz="2400">
                <a:solidFill>
                  <a:srgbClr val="FFFF99"/>
                </a:solidFill>
                <a:latin typeface="Comic Sans MS"/>
                <a:ea typeface="Comic Sans MS"/>
                <a:cs typeface="Comic Sans MS"/>
                <a:sym typeface="Comic Sans MS"/>
              </a:rPr>
              <a:t>HDH</a:t>
            </a:r>
            <a:endParaRPr/>
          </a:p>
        </p:txBody>
      </p:sp>
      <p:cxnSp>
        <p:nvCxnSpPr>
          <p:cNvPr id="1249" name="Google Shape;1249;p54"/>
          <p:cNvCxnSpPr/>
          <p:nvPr/>
        </p:nvCxnSpPr>
        <p:spPr>
          <a:xfrm>
            <a:off x="3823252" y="3427620"/>
            <a:ext cx="762000" cy="838200"/>
          </a:xfrm>
          <a:prstGeom prst="straightConnector1">
            <a:avLst/>
          </a:prstGeom>
          <a:noFill/>
          <a:ln w="76200" cap="flat" cmpd="sng">
            <a:solidFill>
              <a:schemeClr val="hlink"/>
            </a:solidFill>
            <a:prstDash val="solid"/>
            <a:miter lim="800000"/>
            <a:headEnd type="none" w="med" len="med"/>
            <a:tailEnd type="stealth" w="med" len="med"/>
          </a:ln>
        </p:spPr>
      </p:cxnSp>
      <p:cxnSp>
        <p:nvCxnSpPr>
          <p:cNvPr id="1250" name="Google Shape;1250;p54"/>
          <p:cNvCxnSpPr/>
          <p:nvPr/>
        </p:nvCxnSpPr>
        <p:spPr>
          <a:xfrm rot="10800000" flipH="1">
            <a:off x="5423452" y="3275220"/>
            <a:ext cx="990600" cy="990600"/>
          </a:xfrm>
          <a:prstGeom prst="straightConnector1">
            <a:avLst/>
          </a:prstGeom>
          <a:noFill/>
          <a:ln w="76200" cap="flat" cmpd="sng">
            <a:solidFill>
              <a:schemeClr val="hlink"/>
            </a:solidFill>
            <a:prstDash val="dot"/>
            <a:miter lim="800000"/>
            <a:headEnd type="none" w="med" len="med"/>
            <a:tailEnd type="stealth" w="med" len="med"/>
          </a:ln>
        </p:spPr>
      </p:cxnSp>
      <p:sp>
        <p:nvSpPr>
          <p:cNvPr id="1251" name="Google Shape;1251;p54"/>
          <p:cNvSpPr txBox="1"/>
          <p:nvPr/>
        </p:nvSpPr>
        <p:spPr>
          <a:xfrm>
            <a:off x="4356653" y="3505408"/>
            <a:ext cx="1603375"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en-US" sz="2400">
                <a:solidFill>
                  <a:schemeClr val="dk1"/>
                </a:solidFill>
                <a:latin typeface="Times New Roman"/>
                <a:ea typeface="Times New Roman"/>
                <a:cs typeface="Times New Roman"/>
                <a:sym typeface="Times New Roman"/>
              </a:rPr>
              <a:t>System</a:t>
            </a:r>
            <a:r>
              <a:rPr lang="en-US" sz="2400">
                <a:solidFill>
                  <a:schemeClr val="dk1"/>
                </a:solidFill>
                <a:latin typeface="Arial"/>
                <a:ea typeface="Arial"/>
                <a:cs typeface="Arial"/>
                <a:sym typeface="Arial"/>
              </a:rPr>
              <a:t> </a:t>
            </a:r>
            <a:r>
              <a:rPr lang="en-US" sz="2400">
                <a:solidFill>
                  <a:schemeClr val="dk1"/>
                </a:solidFill>
                <a:latin typeface="Times New Roman"/>
                <a:ea typeface="Times New Roman"/>
                <a:cs typeface="Times New Roman"/>
                <a:sym typeface="Times New Roman"/>
              </a:rPr>
              <a:t>call</a:t>
            </a:r>
            <a:endParaRPr/>
          </a:p>
        </p:txBody>
      </p:sp>
      <p:cxnSp>
        <p:nvCxnSpPr>
          <p:cNvPr id="1252" name="Google Shape;1252;p54"/>
          <p:cNvCxnSpPr/>
          <p:nvPr/>
        </p:nvCxnSpPr>
        <p:spPr>
          <a:xfrm>
            <a:off x="2146852" y="4037220"/>
            <a:ext cx="6400800" cy="0"/>
          </a:xfrm>
          <a:prstGeom prst="straightConnector1">
            <a:avLst/>
          </a:prstGeom>
          <a:noFill/>
          <a:ln w="76200" cap="flat" cmpd="sng">
            <a:solidFill>
              <a:srgbClr val="800080"/>
            </a:solidFill>
            <a:prstDash val="solid"/>
            <a:miter lim="800000"/>
            <a:headEnd type="none" w="med" len="med"/>
            <a:tailEnd type="none" w="med" len="med"/>
          </a:ln>
        </p:spPr>
      </p:cxnSp>
      <p:sp>
        <p:nvSpPr>
          <p:cNvPr id="1253" name="Google Shape;1253;p54"/>
          <p:cNvSpPr txBox="1"/>
          <p:nvPr/>
        </p:nvSpPr>
        <p:spPr>
          <a:xfrm>
            <a:off x="7845978" y="2945020"/>
            <a:ext cx="1520825"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en-US" sz="2400">
                <a:solidFill>
                  <a:schemeClr val="dk1"/>
                </a:solidFill>
                <a:latin typeface="Times New Roman"/>
                <a:ea typeface="Times New Roman"/>
                <a:cs typeface="Times New Roman"/>
                <a:sym typeface="Times New Roman"/>
              </a:rPr>
              <a:t>User</a:t>
            </a:r>
            <a:r>
              <a:rPr lang="en-US" sz="2400">
                <a:solidFill>
                  <a:schemeClr val="dk1"/>
                </a:solidFill>
                <a:latin typeface="Arial"/>
                <a:ea typeface="Arial"/>
                <a:cs typeface="Arial"/>
                <a:sym typeface="Arial"/>
              </a:rPr>
              <a:t> </a:t>
            </a:r>
            <a:r>
              <a:rPr lang="en-US" sz="2400">
                <a:solidFill>
                  <a:schemeClr val="dk1"/>
                </a:solidFill>
                <a:latin typeface="Times New Roman"/>
                <a:ea typeface="Times New Roman"/>
                <a:cs typeface="Times New Roman"/>
                <a:sym typeface="Times New Roman"/>
              </a:rPr>
              <a:t>mode</a:t>
            </a:r>
            <a:endParaRPr/>
          </a:p>
        </p:txBody>
      </p:sp>
      <p:sp>
        <p:nvSpPr>
          <p:cNvPr id="1254" name="Google Shape;1254;p54"/>
          <p:cNvSpPr txBox="1"/>
          <p:nvPr/>
        </p:nvSpPr>
        <p:spPr>
          <a:xfrm>
            <a:off x="7922177" y="4011820"/>
            <a:ext cx="1773238"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en-US" sz="2400">
                <a:solidFill>
                  <a:schemeClr val="dk1"/>
                </a:solidFill>
                <a:latin typeface="Times New Roman"/>
                <a:ea typeface="Times New Roman"/>
                <a:cs typeface="Times New Roman"/>
                <a:sym typeface="Times New Roman"/>
              </a:rPr>
              <a:t>Kernel</a:t>
            </a:r>
            <a:r>
              <a:rPr lang="en-US" sz="2400">
                <a:solidFill>
                  <a:schemeClr val="dk1"/>
                </a:solidFill>
                <a:latin typeface="Arial"/>
                <a:ea typeface="Arial"/>
                <a:cs typeface="Arial"/>
                <a:sym typeface="Arial"/>
              </a:rPr>
              <a:t> </a:t>
            </a:r>
            <a:r>
              <a:rPr lang="en-US" sz="2400">
                <a:solidFill>
                  <a:schemeClr val="dk1"/>
                </a:solidFill>
                <a:latin typeface="Times New Roman"/>
                <a:ea typeface="Times New Roman"/>
                <a:cs typeface="Times New Roman"/>
                <a:sym typeface="Times New Roman"/>
              </a:rPr>
              <a:t>mode</a:t>
            </a:r>
            <a:endParaRPr/>
          </a:p>
        </p:txBody>
      </p:sp>
      <p:sp>
        <p:nvSpPr>
          <p:cNvPr id="1255" name="Google Shape;1255;p54"/>
          <p:cNvSpPr txBox="1"/>
          <p:nvPr/>
        </p:nvSpPr>
        <p:spPr>
          <a:xfrm>
            <a:off x="774145" y="1173967"/>
            <a:ext cx="5218929" cy="494751"/>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2400" b="1">
                <a:solidFill>
                  <a:schemeClr val="lt1"/>
                </a:solidFill>
                <a:latin typeface="Arial"/>
                <a:ea typeface="Arial"/>
                <a:cs typeface="Arial"/>
                <a:sym typeface="Arial"/>
              </a:rPr>
              <a:t>Tiểu trình hạt nhân (Kernel thread)</a:t>
            </a:r>
            <a:endParaRPr sz="24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46"/>
                                        </p:tgtEl>
                                        <p:attrNameLst>
                                          <p:attrName>style.visibility</p:attrName>
                                        </p:attrNameLst>
                                      </p:cBhvr>
                                      <p:to>
                                        <p:strVal val="visible"/>
                                      </p:to>
                                    </p:set>
                                    <p:animEffect transition="in" filter="fade">
                                      <p:cBhvr>
                                        <p:cTn id="7" dur="500"/>
                                        <p:tgtEl>
                                          <p:spTgt spid="124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247"/>
                                        </p:tgtEl>
                                        <p:attrNameLst>
                                          <p:attrName>style.visibility</p:attrName>
                                        </p:attrNameLst>
                                      </p:cBhvr>
                                      <p:to>
                                        <p:strVal val="visible"/>
                                      </p:to>
                                    </p:set>
                                    <p:animEffect transition="in" filter="fade">
                                      <p:cBhvr>
                                        <p:cTn id="11" dur="500"/>
                                        <p:tgtEl>
                                          <p:spTgt spid="1247"/>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248"/>
                                        </p:tgtEl>
                                        <p:attrNameLst>
                                          <p:attrName>style.visibility</p:attrName>
                                        </p:attrNameLst>
                                      </p:cBhvr>
                                      <p:to>
                                        <p:strVal val="visible"/>
                                      </p:to>
                                    </p:set>
                                    <p:animEffect transition="in" filter="fade">
                                      <p:cBhvr>
                                        <p:cTn id="15" dur="500"/>
                                        <p:tgtEl>
                                          <p:spTgt spid="1248"/>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252"/>
                                        </p:tgtEl>
                                        <p:attrNameLst>
                                          <p:attrName>style.visibility</p:attrName>
                                        </p:attrNameLst>
                                      </p:cBhvr>
                                      <p:to>
                                        <p:strVal val="visible"/>
                                      </p:to>
                                    </p:set>
                                    <p:animEffect transition="in" filter="fade">
                                      <p:cBhvr>
                                        <p:cTn id="19" dur="500"/>
                                        <p:tgtEl>
                                          <p:spTgt spid="1252"/>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1249"/>
                                        </p:tgtEl>
                                        <p:attrNameLst>
                                          <p:attrName>style.visibility</p:attrName>
                                        </p:attrNameLst>
                                      </p:cBhvr>
                                      <p:to>
                                        <p:strVal val="visible"/>
                                      </p:to>
                                    </p:set>
                                    <p:animEffect transition="in" filter="fade">
                                      <p:cBhvr>
                                        <p:cTn id="23" dur="500"/>
                                        <p:tgtEl>
                                          <p:spTgt spid="1249"/>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1251"/>
                                        </p:tgtEl>
                                        <p:attrNameLst>
                                          <p:attrName>style.visibility</p:attrName>
                                        </p:attrNameLst>
                                      </p:cBhvr>
                                      <p:to>
                                        <p:strVal val="visible"/>
                                      </p:to>
                                    </p:set>
                                    <p:animEffect transition="in" filter="fade">
                                      <p:cBhvr>
                                        <p:cTn id="27" dur="500"/>
                                        <p:tgtEl>
                                          <p:spTgt spid="1251"/>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1250"/>
                                        </p:tgtEl>
                                        <p:attrNameLst>
                                          <p:attrName>style.visibility</p:attrName>
                                        </p:attrNameLst>
                                      </p:cBhvr>
                                      <p:to>
                                        <p:strVal val="visible"/>
                                      </p:to>
                                    </p:set>
                                    <p:animEffect transition="in" filter="fade">
                                      <p:cBhvr>
                                        <p:cTn id="31" dur="500"/>
                                        <p:tgtEl>
                                          <p:spTgt spid="1250"/>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1253"/>
                                        </p:tgtEl>
                                        <p:attrNameLst>
                                          <p:attrName>style.visibility</p:attrName>
                                        </p:attrNameLst>
                                      </p:cBhvr>
                                      <p:to>
                                        <p:strVal val="visible"/>
                                      </p:to>
                                    </p:set>
                                    <p:animEffect transition="in" filter="fade">
                                      <p:cBhvr>
                                        <p:cTn id="35" dur="500"/>
                                        <p:tgtEl>
                                          <p:spTgt spid="1253"/>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1254"/>
                                        </p:tgtEl>
                                        <p:attrNameLst>
                                          <p:attrName>style.visibility</p:attrName>
                                        </p:attrNameLst>
                                      </p:cBhvr>
                                      <p:to>
                                        <p:strVal val="visible"/>
                                      </p:to>
                                    </p:set>
                                    <p:animEffect transition="in" filter="fade">
                                      <p:cBhvr>
                                        <p:cTn id="39" dur="500"/>
                                        <p:tgtEl>
                                          <p:spTgt spid="1254"/>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1244">
                                            <p:txEl>
                                              <p:pRg st="0" end="0"/>
                                            </p:txEl>
                                          </p:spTgt>
                                        </p:tgtEl>
                                        <p:attrNameLst>
                                          <p:attrName>style.visibility</p:attrName>
                                        </p:attrNameLst>
                                      </p:cBhvr>
                                      <p:to>
                                        <p:strVal val="visible"/>
                                      </p:to>
                                    </p:set>
                                    <p:animEffect transition="in" filter="fade">
                                      <p:cBhvr>
                                        <p:cTn id="43" dur="500"/>
                                        <p:tgtEl>
                                          <p:spTgt spid="12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259"/>
        <p:cNvGrpSpPr/>
        <p:nvPr/>
      </p:nvGrpSpPr>
      <p:grpSpPr>
        <a:xfrm>
          <a:off x="0" y="0"/>
          <a:ext cx="0" cy="0"/>
          <a:chOff x="0" y="0"/>
          <a:chExt cx="0" cy="0"/>
        </a:xfrm>
      </p:grpSpPr>
      <p:sp>
        <p:nvSpPr>
          <p:cNvPr id="1260" name="Google Shape;1260;p55"/>
          <p:cNvSpPr txBox="1">
            <a:spLocks noGrp="1"/>
          </p:cNvSpPr>
          <p:nvPr>
            <p:ph type="sldNum" idx="12"/>
          </p:nvPr>
        </p:nvSpPr>
        <p:spPr>
          <a:xfrm>
            <a:off x="11899392" y="6542216"/>
            <a:ext cx="292608" cy="31578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55</a:t>
            </a:fld>
            <a:endParaRPr/>
          </a:p>
        </p:txBody>
      </p:sp>
      <p:sp>
        <p:nvSpPr>
          <p:cNvPr id="1261" name="Google Shape;1261;p55"/>
          <p:cNvSpPr txBox="1">
            <a:spLocks noGrp="1"/>
          </p:cNvSpPr>
          <p:nvPr>
            <p:ph type="body" idx="1"/>
          </p:nvPr>
        </p:nvSpPr>
        <p:spPr>
          <a:xfrm>
            <a:off x="1470929" y="2095027"/>
            <a:ext cx="7918398" cy="8846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F7FF"/>
              </a:buClr>
              <a:buSzPts val="4400"/>
              <a:buNone/>
            </a:pPr>
            <a:r>
              <a:rPr lang="en-US"/>
              <a:t>TIỂU TRÌNH</a:t>
            </a:r>
            <a:endParaRPr/>
          </a:p>
        </p:txBody>
      </p:sp>
      <p:sp>
        <p:nvSpPr>
          <p:cNvPr id="1262" name="Google Shape;1262;p55"/>
          <p:cNvSpPr txBox="1">
            <a:spLocks noGrp="1"/>
          </p:cNvSpPr>
          <p:nvPr>
            <p:ph type="body" idx="2"/>
          </p:nvPr>
        </p:nvSpPr>
        <p:spPr>
          <a:xfrm>
            <a:off x="1470930" y="3169159"/>
            <a:ext cx="8913813" cy="6951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800"/>
              <a:buNone/>
            </a:pPr>
            <a:r>
              <a:rPr lang="en-US" sz="2800"/>
              <a:t>7.2. Các mô hình đa tiểu trình</a:t>
            </a:r>
            <a:endParaRPr/>
          </a:p>
        </p:txBody>
      </p:sp>
      <p:sp>
        <p:nvSpPr>
          <p:cNvPr id="1263" name="Google Shape;1263;p55"/>
          <p:cNvSpPr txBox="1">
            <a:spLocks noGrp="1"/>
          </p:cNvSpPr>
          <p:nvPr>
            <p:ph type="body" idx="3"/>
          </p:nvPr>
        </p:nvSpPr>
        <p:spPr>
          <a:xfrm>
            <a:off x="1470930" y="4137397"/>
            <a:ext cx="7147030" cy="916698"/>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rgbClr val="F2F2F2"/>
              </a:buClr>
              <a:buSzPts val="1000"/>
              <a:buNone/>
            </a:pPr>
            <a:endParaRPr/>
          </a:p>
        </p:txBody>
      </p:sp>
      <p:sp>
        <p:nvSpPr>
          <p:cNvPr id="1264" name="Google Shape;1264;p55"/>
          <p:cNvSpPr txBox="1">
            <a:spLocks noGrp="1"/>
          </p:cNvSpPr>
          <p:nvPr>
            <p:ph type="body" idx="4"/>
          </p:nvPr>
        </p:nvSpPr>
        <p:spPr>
          <a:xfrm>
            <a:off x="8896576" y="5231902"/>
            <a:ext cx="2521280" cy="1577819"/>
          </a:xfrm>
          <a:prstGeom prst="rect">
            <a:avLst/>
          </a:prstGeom>
          <a:noFill/>
          <a:ln>
            <a:noFill/>
          </a:ln>
        </p:spPr>
        <p:txBody>
          <a:bodyPr spcFirstLastPara="1" wrap="square" lIns="91425" tIns="45700" rIns="91425" bIns="45700" anchor="t" anchorCtr="0">
            <a:normAutofit lnSpcReduction="10000"/>
          </a:bodyPr>
          <a:lstStyle/>
          <a:p>
            <a:pPr marL="0" lvl="0" indent="0" algn="r" rtl="0">
              <a:lnSpc>
                <a:spcPct val="90000"/>
              </a:lnSpc>
              <a:spcBef>
                <a:spcPts val="0"/>
              </a:spcBef>
              <a:spcAft>
                <a:spcPts val="0"/>
              </a:spcAft>
              <a:buClr>
                <a:srgbClr val="00F7FF"/>
              </a:buClr>
              <a:buSzPts val="12000"/>
              <a:buNone/>
            </a:pPr>
            <a:r>
              <a:rPr lang="en-US"/>
              <a:t>7</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268"/>
        <p:cNvGrpSpPr/>
        <p:nvPr/>
      </p:nvGrpSpPr>
      <p:grpSpPr>
        <a:xfrm>
          <a:off x="0" y="0"/>
          <a:ext cx="0" cy="0"/>
          <a:chOff x="0" y="0"/>
          <a:chExt cx="0" cy="0"/>
        </a:xfrm>
      </p:grpSpPr>
      <p:sp>
        <p:nvSpPr>
          <p:cNvPr id="1269" name="Google Shape;1269;p56"/>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sz="4400"/>
              <a:t>7.2. Các mô hình đa tiểu trình</a:t>
            </a:r>
            <a:endParaRPr/>
          </a:p>
        </p:txBody>
      </p:sp>
      <p:sp>
        <p:nvSpPr>
          <p:cNvPr id="1270" name="Google Shape;1270;p56"/>
          <p:cNvSpPr txBox="1">
            <a:spLocks noGrp="1"/>
          </p:cNvSpPr>
          <p:nvPr>
            <p:ph type="body" idx="1"/>
          </p:nvPr>
        </p:nvSpPr>
        <p:spPr>
          <a:xfrm>
            <a:off x="774145" y="1233824"/>
            <a:ext cx="10579654" cy="2308029"/>
          </a:xfrm>
          <a:prstGeom prst="rect">
            <a:avLst/>
          </a:prstGeom>
          <a:noFill/>
          <a:ln>
            <a:noFill/>
          </a:ln>
        </p:spPr>
        <p:txBody>
          <a:bodyPr spcFirstLastPara="1" wrap="square" lIns="91425" tIns="45700" rIns="91425" bIns="45700" anchor="t" anchorCtr="0">
            <a:normAutofit/>
          </a:bodyPr>
          <a:lstStyle/>
          <a:p>
            <a:pPr marL="228600" lvl="0" indent="-228600" algn="just" rtl="0">
              <a:lnSpc>
                <a:spcPct val="130000"/>
              </a:lnSpc>
              <a:spcBef>
                <a:spcPts val="0"/>
              </a:spcBef>
              <a:spcAft>
                <a:spcPts val="0"/>
              </a:spcAft>
              <a:buClr>
                <a:schemeClr val="dk1"/>
              </a:buClr>
              <a:buSzPts val="2800"/>
              <a:buChar char="•"/>
            </a:pPr>
            <a:r>
              <a:rPr lang="en-US"/>
              <a:t>Nhiều – Một (Many-to-One)</a:t>
            </a:r>
            <a:endParaRPr/>
          </a:p>
          <a:p>
            <a:pPr marL="228600" lvl="0" indent="-228600" algn="l" rtl="0">
              <a:lnSpc>
                <a:spcPct val="130000"/>
              </a:lnSpc>
              <a:spcBef>
                <a:spcPts val="600"/>
              </a:spcBef>
              <a:spcAft>
                <a:spcPts val="0"/>
              </a:spcAft>
              <a:buClr>
                <a:schemeClr val="dk1"/>
              </a:buClr>
              <a:buSzPts val="2800"/>
              <a:buChar char="•"/>
            </a:pPr>
            <a:r>
              <a:rPr lang="en-US"/>
              <a:t>Một – Một (One-to-One)</a:t>
            </a:r>
            <a:endParaRPr/>
          </a:p>
          <a:p>
            <a:pPr marL="228600" lvl="0" indent="-228600" algn="just" rtl="0">
              <a:lnSpc>
                <a:spcPct val="130000"/>
              </a:lnSpc>
              <a:spcBef>
                <a:spcPts val="600"/>
              </a:spcBef>
              <a:spcAft>
                <a:spcPts val="0"/>
              </a:spcAft>
              <a:buClr>
                <a:schemeClr val="dk1"/>
              </a:buClr>
              <a:buSzPts val="2800"/>
              <a:buChar char="•"/>
            </a:pPr>
            <a:r>
              <a:rPr lang="en-US"/>
              <a:t>Nhiều – Nhiều (Many-to-Many)</a:t>
            </a:r>
            <a:endParaRPr/>
          </a:p>
        </p:txBody>
      </p:sp>
      <p:sp>
        <p:nvSpPr>
          <p:cNvPr id="1271" name="Google Shape;1271;p56"/>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1272" name="Google Shape;1272;p56"/>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56</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276"/>
        <p:cNvGrpSpPr/>
        <p:nvPr/>
      </p:nvGrpSpPr>
      <p:grpSpPr>
        <a:xfrm>
          <a:off x="0" y="0"/>
          <a:ext cx="0" cy="0"/>
          <a:chOff x="0" y="0"/>
          <a:chExt cx="0" cy="0"/>
        </a:xfrm>
      </p:grpSpPr>
      <p:sp>
        <p:nvSpPr>
          <p:cNvPr id="1277" name="Google Shape;1277;p57"/>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sz="4400"/>
              <a:t>7.2. Các mô hình đa tiểu trình</a:t>
            </a:r>
            <a:endParaRPr/>
          </a:p>
        </p:txBody>
      </p:sp>
      <p:sp>
        <p:nvSpPr>
          <p:cNvPr id="1278" name="Google Shape;1278;p57"/>
          <p:cNvSpPr txBox="1">
            <a:spLocks noGrp="1"/>
          </p:cNvSpPr>
          <p:nvPr>
            <p:ph type="body" idx="1"/>
          </p:nvPr>
        </p:nvSpPr>
        <p:spPr>
          <a:xfrm>
            <a:off x="774145" y="2199190"/>
            <a:ext cx="6274837" cy="3977773"/>
          </a:xfrm>
          <a:prstGeom prst="rect">
            <a:avLst/>
          </a:prstGeom>
          <a:noFill/>
          <a:ln>
            <a:noFill/>
          </a:ln>
        </p:spPr>
        <p:txBody>
          <a:bodyPr spcFirstLastPara="1" wrap="square" lIns="91425" tIns="45700" rIns="91425" bIns="45700" anchor="t" anchorCtr="0">
            <a:normAutofit/>
          </a:bodyPr>
          <a:lstStyle/>
          <a:p>
            <a:pPr marL="228600" lvl="0" indent="-228600" algn="just" rtl="0">
              <a:lnSpc>
                <a:spcPct val="130000"/>
              </a:lnSpc>
              <a:spcBef>
                <a:spcPts val="0"/>
              </a:spcBef>
              <a:spcAft>
                <a:spcPts val="0"/>
              </a:spcAft>
              <a:buClr>
                <a:schemeClr val="dk1"/>
              </a:buClr>
              <a:buSzPts val="2200"/>
              <a:buChar char="•"/>
            </a:pPr>
            <a:r>
              <a:rPr lang="en-US" sz="2200"/>
              <a:t>Nhiều tiểu trình người dùng được ánh xạ đến một tiểu trình hạt nhân.</a:t>
            </a:r>
            <a:endParaRPr/>
          </a:p>
          <a:p>
            <a:pPr marL="228600" lvl="0" indent="-228600" algn="just" rtl="0">
              <a:lnSpc>
                <a:spcPct val="130000"/>
              </a:lnSpc>
              <a:spcBef>
                <a:spcPts val="600"/>
              </a:spcBef>
              <a:spcAft>
                <a:spcPts val="0"/>
              </a:spcAft>
              <a:buClr>
                <a:schemeClr val="dk1"/>
              </a:buClr>
              <a:buSzPts val="2200"/>
              <a:buChar char="•"/>
            </a:pPr>
            <a:r>
              <a:rPr lang="en-US" sz="2200"/>
              <a:t>Một tiểu trình bị block sẽ dẫn đến tất cả tiểu trình bị block. </a:t>
            </a:r>
            <a:endParaRPr/>
          </a:p>
          <a:p>
            <a:pPr marL="228600" lvl="0" indent="-228600" algn="just" rtl="0">
              <a:lnSpc>
                <a:spcPct val="130000"/>
              </a:lnSpc>
              <a:spcBef>
                <a:spcPts val="600"/>
              </a:spcBef>
              <a:spcAft>
                <a:spcPts val="0"/>
              </a:spcAft>
              <a:buClr>
                <a:schemeClr val="dk1"/>
              </a:buClr>
              <a:buSzPts val="2200"/>
              <a:buChar char="•"/>
            </a:pPr>
            <a:r>
              <a:rPr lang="en-US" sz="2200"/>
              <a:t>Các tiểu trình không thể chạy song song trên các hệ thống đa lõi bởi vì chỉ có một tiểu trình có thể truy xuất nhân tại một thời điểm. </a:t>
            </a:r>
            <a:endParaRPr/>
          </a:p>
          <a:p>
            <a:pPr marL="228600" lvl="0" indent="-228600" algn="just" rtl="0">
              <a:lnSpc>
                <a:spcPct val="130000"/>
              </a:lnSpc>
              <a:spcBef>
                <a:spcPts val="600"/>
              </a:spcBef>
              <a:spcAft>
                <a:spcPts val="0"/>
              </a:spcAft>
              <a:buClr>
                <a:schemeClr val="dk1"/>
              </a:buClr>
              <a:buSzPts val="2200"/>
              <a:buChar char="•"/>
            </a:pPr>
            <a:r>
              <a:rPr lang="en-US" sz="2200"/>
              <a:t>Rất ít hệ thống sử dụng mô hình này.</a:t>
            </a:r>
            <a:endParaRPr/>
          </a:p>
        </p:txBody>
      </p:sp>
      <p:sp>
        <p:nvSpPr>
          <p:cNvPr id="1279" name="Google Shape;1279;p57"/>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1280" name="Google Shape;1280;p57"/>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57</a:t>
            </a:fld>
            <a:endParaRPr/>
          </a:p>
        </p:txBody>
      </p:sp>
      <p:pic>
        <p:nvPicPr>
          <p:cNvPr id="1281" name="Google Shape;1281;p57"/>
          <p:cNvPicPr preferRelativeResize="0"/>
          <p:nvPr/>
        </p:nvPicPr>
        <p:blipFill rotWithShape="1">
          <a:blip r:embed="rId3">
            <a:alphaModFix/>
          </a:blip>
          <a:srcRect/>
          <a:stretch/>
        </p:blipFill>
        <p:spPr>
          <a:xfrm>
            <a:off x="7490025" y="2335881"/>
            <a:ext cx="4324433" cy="2371946"/>
          </a:xfrm>
          <a:prstGeom prst="rect">
            <a:avLst/>
          </a:prstGeom>
          <a:noFill/>
          <a:ln>
            <a:noFill/>
          </a:ln>
        </p:spPr>
      </p:pic>
      <p:sp>
        <p:nvSpPr>
          <p:cNvPr id="1282" name="Google Shape;1282;p57"/>
          <p:cNvSpPr txBox="1"/>
          <p:nvPr/>
        </p:nvSpPr>
        <p:spPr>
          <a:xfrm>
            <a:off x="774144" y="1307735"/>
            <a:ext cx="5359159" cy="494751"/>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2400" b="1">
                <a:solidFill>
                  <a:schemeClr val="lt1"/>
                </a:solidFill>
                <a:latin typeface="Arial"/>
                <a:ea typeface="Arial"/>
                <a:cs typeface="Arial"/>
                <a:sym typeface="Arial"/>
              </a:rPr>
              <a:t>Mô hình Nhiều – Một (Many-to-One)</a:t>
            </a:r>
            <a:endParaRPr sz="24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78">
                                            <p:txEl>
                                              <p:pRg st="0" end="0"/>
                                            </p:txEl>
                                          </p:spTgt>
                                        </p:tgtEl>
                                        <p:attrNameLst>
                                          <p:attrName>style.visibility</p:attrName>
                                        </p:attrNameLst>
                                      </p:cBhvr>
                                      <p:to>
                                        <p:strVal val="visible"/>
                                      </p:to>
                                    </p:set>
                                    <p:anim calcmode="lin" valueType="num">
                                      <p:cBhvr additive="base">
                                        <p:cTn id="7" dur="500"/>
                                        <p:tgtEl>
                                          <p:spTgt spid="127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278">
                                            <p:txEl>
                                              <p:pRg st="1" end="1"/>
                                            </p:txEl>
                                          </p:spTgt>
                                        </p:tgtEl>
                                        <p:attrNameLst>
                                          <p:attrName>style.visibility</p:attrName>
                                        </p:attrNameLst>
                                      </p:cBhvr>
                                      <p:to>
                                        <p:strVal val="visible"/>
                                      </p:to>
                                    </p:set>
                                    <p:anim calcmode="lin" valueType="num">
                                      <p:cBhvr additive="base">
                                        <p:cTn id="12" dur="500"/>
                                        <p:tgtEl>
                                          <p:spTgt spid="127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278">
                                            <p:txEl>
                                              <p:pRg st="2" end="2"/>
                                            </p:txEl>
                                          </p:spTgt>
                                        </p:tgtEl>
                                        <p:attrNameLst>
                                          <p:attrName>style.visibility</p:attrName>
                                        </p:attrNameLst>
                                      </p:cBhvr>
                                      <p:to>
                                        <p:strVal val="visible"/>
                                      </p:to>
                                    </p:set>
                                    <p:anim calcmode="lin" valueType="num">
                                      <p:cBhvr additive="base">
                                        <p:cTn id="17" dur="500"/>
                                        <p:tgtEl>
                                          <p:spTgt spid="127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278">
                                            <p:txEl>
                                              <p:pRg st="3" end="3"/>
                                            </p:txEl>
                                          </p:spTgt>
                                        </p:tgtEl>
                                        <p:attrNameLst>
                                          <p:attrName>style.visibility</p:attrName>
                                        </p:attrNameLst>
                                      </p:cBhvr>
                                      <p:to>
                                        <p:strVal val="visible"/>
                                      </p:to>
                                    </p:set>
                                    <p:anim calcmode="lin" valueType="num">
                                      <p:cBhvr additive="base">
                                        <p:cTn id="22" dur="500"/>
                                        <p:tgtEl>
                                          <p:spTgt spid="127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286"/>
        <p:cNvGrpSpPr/>
        <p:nvPr/>
      </p:nvGrpSpPr>
      <p:grpSpPr>
        <a:xfrm>
          <a:off x="0" y="0"/>
          <a:ext cx="0" cy="0"/>
          <a:chOff x="0" y="0"/>
          <a:chExt cx="0" cy="0"/>
        </a:xfrm>
      </p:grpSpPr>
      <p:sp>
        <p:nvSpPr>
          <p:cNvPr id="1287" name="Google Shape;1287;p58"/>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sz="4400"/>
              <a:t>7.2. Các mô hình đa tiểu trình</a:t>
            </a:r>
            <a:endParaRPr/>
          </a:p>
        </p:txBody>
      </p:sp>
      <p:sp>
        <p:nvSpPr>
          <p:cNvPr id="1288" name="Google Shape;1288;p58"/>
          <p:cNvSpPr txBox="1">
            <a:spLocks noGrp="1"/>
          </p:cNvSpPr>
          <p:nvPr>
            <p:ph type="body" idx="1"/>
          </p:nvPr>
        </p:nvSpPr>
        <p:spPr>
          <a:xfrm>
            <a:off x="1142797" y="1809280"/>
            <a:ext cx="10308974" cy="4001212"/>
          </a:xfrm>
          <a:prstGeom prst="rect">
            <a:avLst/>
          </a:prstGeom>
          <a:noFill/>
          <a:ln>
            <a:noFill/>
          </a:ln>
        </p:spPr>
        <p:txBody>
          <a:bodyPr spcFirstLastPara="1" wrap="square" lIns="91425" tIns="45700" rIns="91425" bIns="45700" anchor="t" anchorCtr="0">
            <a:normAutofit fontScale="85000" lnSpcReduction="10000"/>
          </a:bodyPr>
          <a:lstStyle/>
          <a:p>
            <a:pPr marL="228600" lvl="0" indent="-228600" algn="just" rtl="0">
              <a:lnSpc>
                <a:spcPct val="130000"/>
              </a:lnSpc>
              <a:spcBef>
                <a:spcPts val="0"/>
              </a:spcBef>
              <a:spcAft>
                <a:spcPts val="0"/>
              </a:spcAft>
              <a:buClr>
                <a:schemeClr val="dk1"/>
              </a:buClr>
              <a:buSzPct val="100000"/>
              <a:buChar char="•"/>
            </a:pPr>
            <a:r>
              <a:rPr lang="en-US"/>
              <a:t>Mỗi tiểu trình người dùng ứng với một tiểu trình hạt nhân.</a:t>
            </a:r>
            <a:endParaRPr/>
          </a:p>
          <a:p>
            <a:pPr marL="228600" lvl="0" indent="-228600" algn="just" rtl="0">
              <a:lnSpc>
                <a:spcPct val="130000"/>
              </a:lnSpc>
              <a:spcBef>
                <a:spcPts val="600"/>
              </a:spcBef>
              <a:spcAft>
                <a:spcPts val="0"/>
              </a:spcAft>
              <a:buClr>
                <a:schemeClr val="dk1"/>
              </a:buClr>
              <a:buSzPct val="100000"/>
              <a:buChar char="•"/>
            </a:pPr>
            <a:r>
              <a:rPr lang="en-US"/>
              <a:t>Tạo một tiểu trình người dùng cũng đồng thời tạo một tiểu trình hạt nhân. </a:t>
            </a:r>
            <a:endParaRPr/>
          </a:p>
          <a:p>
            <a:pPr marL="228600" lvl="0" indent="-228600" algn="just" rtl="0">
              <a:lnSpc>
                <a:spcPct val="130000"/>
              </a:lnSpc>
              <a:spcBef>
                <a:spcPts val="600"/>
              </a:spcBef>
              <a:spcAft>
                <a:spcPts val="0"/>
              </a:spcAft>
              <a:buClr>
                <a:schemeClr val="dk1"/>
              </a:buClr>
              <a:buSzPct val="100000"/>
              <a:buChar char="•"/>
            </a:pPr>
            <a:r>
              <a:rPr lang="en-US"/>
              <a:t>Tính đồng thời (concurrency) tốt hơn mô hình nhiều – một vì các tiểu trình khác vẫn hoạt động bình thường khi một tiểu trình bị block. </a:t>
            </a:r>
            <a:endParaRPr/>
          </a:p>
          <a:p>
            <a:pPr marL="228600" lvl="0" indent="-228600" algn="just" rtl="0">
              <a:lnSpc>
                <a:spcPct val="130000"/>
              </a:lnSpc>
              <a:spcBef>
                <a:spcPts val="600"/>
              </a:spcBef>
              <a:spcAft>
                <a:spcPts val="0"/>
              </a:spcAft>
              <a:buClr>
                <a:schemeClr val="dk1"/>
              </a:buClr>
              <a:buSzPct val="100000"/>
              <a:buChar char="•"/>
            </a:pPr>
            <a:r>
              <a:rPr lang="en-US"/>
              <a:t>Nhược điểm: Số lượng tiểu trình của mỗi tiến trình có thể bị hạn chế.</a:t>
            </a:r>
            <a:endParaRPr/>
          </a:p>
          <a:p>
            <a:pPr marL="228600" lvl="0" indent="-228600" algn="just" rtl="0">
              <a:lnSpc>
                <a:spcPct val="130000"/>
              </a:lnSpc>
              <a:spcBef>
                <a:spcPts val="600"/>
              </a:spcBef>
              <a:spcAft>
                <a:spcPts val="0"/>
              </a:spcAft>
              <a:buClr>
                <a:schemeClr val="dk1"/>
              </a:buClr>
              <a:buSzPct val="100000"/>
              <a:buChar char="•"/>
            </a:pPr>
            <a:r>
              <a:rPr lang="en-US"/>
              <a:t>Nhiều hệ điều hành sử dụng:</a:t>
            </a:r>
            <a:endParaRPr/>
          </a:p>
          <a:p>
            <a:pPr marL="685800" lvl="1" indent="-228600" algn="just" rtl="0">
              <a:lnSpc>
                <a:spcPct val="130000"/>
              </a:lnSpc>
              <a:spcBef>
                <a:spcPts val="600"/>
              </a:spcBef>
              <a:spcAft>
                <a:spcPts val="0"/>
              </a:spcAft>
              <a:buClr>
                <a:schemeClr val="dk1"/>
              </a:buClr>
              <a:buSzPct val="100000"/>
              <a:buChar char="•"/>
            </a:pPr>
            <a:r>
              <a:rPr lang="en-US"/>
              <a:t>Windows</a:t>
            </a:r>
            <a:endParaRPr/>
          </a:p>
          <a:p>
            <a:pPr marL="685800" lvl="1" indent="-228600" algn="just" rtl="0">
              <a:lnSpc>
                <a:spcPct val="130000"/>
              </a:lnSpc>
              <a:spcBef>
                <a:spcPts val="600"/>
              </a:spcBef>
              <a:spcAft>
                <a:spcPts val="0"/>
              </a:spcAft>
              <a:buClr>
                <a:schemeClr val="dk1"/>
              </a:buClr>
              <a:buSzPct val="100000"/>
              <a:buChar char="•"/>
            </a:pPr>
            <a:r>
              <a:rPr lang="en-US"/>
              <a:t>Linux</a:t>
            </a:r>
            <a:endParaRPr/>
          </a:p>
        </p:txBody>
      </p:sp>
      <p:sp>
        <p:nvSpPr>
          <p:cNvPr id="1289" name="Google Shape;1289;p58"/>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1290" name="Google Shape;1290;p58"/>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58</a:t>
            </a:fld>
            <a:endParaRPr/>
          </a:p>
        </p:txBody>
      </p:sp>
      <p:pic>
        <p:nvPicPr>
          <p:cNvPr id="1291" name="Google Shape;1291;p58"/>
          <p:cNvPicPr preferRelativeResize="0"/>
          <p:nvPr/>
        </p:nvPicPr>
        <p:blipFill rotWithShape="1">
          <a:blip r:embed="rId3">
            <a:alphaModFix/>
          </a:blip>
          <a:srcRect/>
          <a:stretch/>
        </p:blipFill>
        <p:spPr>
          <a:xfrm>
            <a:off x="6495751" y="4467959"/>
            <a:ext cx="3524326" cy="1954530"/>
          </a:xfrm>
          <a:prstGeom prst="rect">
            <a:avLst/>
          </a:prstGeom>
          <a:noFill/>
          <a:ln>
            <a:noFill/>
          </a:ln>
        </p:spPr>
      </p:pic>
      <p:sp>
        <p:nvSpPr>
          <p:cNvPr id="1292" name="Google Shape;1292;p58"/>
          <p:cNvSpPr txBox="1"/>
          <p:nvPr/>
        </p:nvSpPr>
        <p:spPr>
          <a:xfrm>
            <a:off x="774145" y="1093484"/>
            <a:ext cx="4862228" cy="494751"/>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2400" b="1">
                <a:solidFill>
                  <a:schemeClr val="lt1"/>
                </a:solidFill>
                <a:latin typeface="Arial"/>
                <a:ea typeface="Arial"/>
                <a:cs typeface="Arial"/>
                <a:sym typeface="Arial"/>
              </a:rPr>
              <a:t>Mô hình Một – Một (One-to-One)</a:t>
            </a:r>
            <a:endParaRPr sz="24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88">
                                            <p:txEl>
                                              <p:pRg st="0" end="0"/>
                                            </p:txEl>
                                          </p:spTgt>
                                        </p:tgtEl>
                                        <p:attrNameLst>
                                          <p:attrName>style.visibility</p:attrName>
                                        </p:attrNameLst>
                                      </p:cBhvr>
                                      <p:to>
                                        <p:strVal val="visible"/>
                                      </p:to>
                                    </p:set>
                                    <p:anim calcmode="lin" valueType="num">
                                      <p:cBhvr additive="base">
                                        <p:cTn id="7" dur="500"/>
                                        <p:tgtEl>
                                          <p:spTgt spid="128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288">
                                            <p:txEl>
                                              <p:pRg st="1" end="1"/>
                                            </p:txEl>
                                          </p:spTgt>
                                        </p:tgtEl>
                                        <p:attrNameLst>
                                          <p:attrName>style.visibility</p:attrName>
                                        </p:attrNameLst>
                                      </p:cBhvr>
                                      <p:to>
                                        <p:strVal val="visible"/>
                                      </p:to>
                                    </p:set>
                                    <p:anim calcmode="lin" valueType="num">
                                      <p:cBhvr additive="base">
                                        <p:cTn id="12" dur="500"/>
                                        <p:tgtEl>
                                          <p:spTgt spid="128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288">
                                            <p:txEl>
                                              <p:pRg st="2" end="2"/>
                                            </p:txEl>
                                          </p:spTgt>
                                        </p:tgtEl>
                                        <p:attrNameLst>
                                          <p:attrName>style.visibility</p:attrName>
                                        </p:attrNameLst>
                                      </p:cBhvr>
                                      <p:to>
                                        <p:strVal val="visible"/>
                                      </p:to>
                                    </p:set>
                                    <p:anim calcmode="lin" valueType="num">
                                      <p:cBhvr additive="base">
                                        <p:cTn id="17" dur="500"/>
                                        <p:tgtEl>
                                          <p:spTgt spid="128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288">
                                            <p:txEl>
                                              <p:pRg st="3" end="3"/>
                                            </p:txEl>
                                          </p:spTgt>
                                        </p:tgtEl>
                                        <p:attrNameLst>
                                          <p:attrName>style.visibility</p:attrName>
                                        </p:attrNameLst>
                                      </p:cBhvr>
                                      <p:to>
                                        <p:strVal val="visible"/>
                                      </p:to>
                                    </p:set>
                                    <p:anim calcmode="lin" valueType="num">
                                      <p:cBhvr additive="base">
                                        <p:cTn id="22" dur="500"/>
                                        <p:tgtEl>
                                          <p:spTgt spid="128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288">
                                            <p:txEl>
                                              <p:pRg st="4" end="4"/>
                                            </p:txEl>
                                          </p:spTgt>
                                        </p:tgtEl>
                                        <p:attrNameLst>
                                          <p:attrName>style.visibility</p:attrName>
                                        </p:attrNameLst>
                                      </p:cBhvr>
                                      <p:to>
                                        <p:strVal val="visible"/>
                                      </p:to>
                                    </p:set>
                                    <p:anim calcmode="lin" valueType="num">
                                      <p:cBhvr additive="base">
                                        <p:cTn id="27" dur="500"/>
                                        <p:tgtEl>
                                          <p:spTgt spid="128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288">
                                            <p:txEl>
                                              <p:pRg st="5" end="5"/>
                                            </p:txEl>
                                          </p:spTgt>
                                        </p:tgtEl>
                                        <p:attrNameLst>
                                          <p:attrName>style.visibility</p:attrName>
                                        </p:attrNameLst>
                                      </p:cBhvr>
                                      <p:to>
                                        <p:strVal val="visible"/>
                                      </p:to>
                                    </p:set>
                                    <p:anim calcmode="lin" valueType="num">
                                      <p:cBhvr additive="base">
                                        <p:cTn id="32" dur="500"/>
                                        <p:tgtEl>
                                          <p:spTgt spid="128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288">
                                            <p:txEl>
                                              <p:pRg st="6" end="6"/>
                                            </p:txEl>
                                          </p:spTgt>
                                        </p:tgtEl>
                                        <p:attrNameLst>
                                          <p:attrName>style.visibility</p:attrName>
                                        </p:attrNameLst>
                                      </p:cBhvr>
                                      <p:to>
                                        <p:strVal val="visible"/>
                                      </p:to>
                                    </p:set>
                                    <p:anim calcmode="lin" valueType="num">
                                      <p:cBhvr additive="base">
                                        <p:cTn id="37" dur="500"/>
                                        <p:tgtEl>
                                          <p:spTgt spid="128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296"/>
        <p:cNvGrpSpPr/>
        <p:nvPr/>
      </p:nvGrpSpPr>
      <p:grpSpPr>
        <a:xfrm>
          <a:off x="0" y="0"/>
          <a:ext cx="0" cy="0"/>
          <a:chOff x="0" y="0"/>
          <a:chExt cx="0" cy="0"/>
        </a:xfrm>
      </p:grpSpPr>
      <p:sp>
        <p:nvSpPr>
          <p:cNvPr id="1297" name="Google Shape;1297;p59"/>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sz="4400"/>
              <a:t>7.2. Các mô hình đa tiểu trình</a:t>
            </a:r>
            <a:endParaRPr/>
          </a:p>
        </p:txBody>
      </p:sp>
      <p:sp>
        <p:nvSpPr>
          <p:cNvPr id="1298" name="Google Shape;1298;p59"/>
          <p:cNvSpPr txBox="1">
            <a:spLocks noGrp="1"/>
          </p:cNvSpPr>
          <p:nvPr>
            <p:ph type="body" idx="1"/>
          </p:nvPr>
        </p:nvSpPr>
        <p:spPr>
          <a:xfrm>
            <a:off x="774145" y="2245489"/>
            <a:ext cx="10579654" cy="3931474"/>
          </a:xfrm>
          <a:prstGeom prst="rect">
            <a:avLst/>
          </a:prstGeom>
          <a:noFill/>
          <a:ln>
            <a:noFill/>
          </a:ln>
        </p:spPr>
        <p:txBody>
          <a:bodyPr spcFirstLastPara="1" wrap="square" lIns="91425" tIns="45700" rIns="91425" bIns="45700" anchor="t" anchorCtr="0">
            <a:normAutofit/>
          </a:bodyPr>
          <a:lstStyle/>
          <a:p>
            <a:pPr marL="228600" lvl="0" indent="-228600" algn="just" rtl="0">
              <a:lnSpc>
                <a:spcPct val="130000"/>
              </a:lnSpc>
              <a:spcBef>
                <a:spcPts val="0"/>
              </a:spcBef>
              <a:spcAft>
                <a:spcPts val="0"/>
              </a:spcAft>
              <a:buClr>
                <a:schemeClr val="dk1"/>
              </a:buClr>
              <a:buSzPts val="2400"/>
              <a:buChar char="•"/>
            </a:pPr>
            <a:r>
              <a:rPr lang="en-US" sz="2400"/>
              <a:t>Các tiểu trình người dùng được ánh xạ với nhiều tiểu trình hạt nhân.</a:t>
            </a:r>
            <a:endParaRPr/>
          </a:p>
          <a:p>
            <a:pPr marL="228600" lvl="0" indent="-228600" algn="just" rtl="0">
              <a:lnSpc>
                <a:spcPct val="130000"/>
              </a:lnSpc>
              <a:spcBef>
                <a:spcPts val="600"/>
              </a:spcBef>
              <a:spcAft>
                <a:spcPts val="0"/>
              </a:spcAft>
              <a:buClr>
                <a:schemeClr val="dk1"/>
              </a:buClr>
              <a:buSzPts val="2400"/>
              <a:buChar char="•"/>
            </a:pPr>
            <a:r>
              <a:rPr lang="en-US" sz="2400"/>
              <a:t>Cho phép hệ điều hành tạo đủ số lượng tiểu trình hạt nhân =&gt; Giải quyết được hạn chế của 2 mô hình trên.</a:t>
            </a:r>
            <a:endParaRPr/>
          </a:p>
          <a:p>
            <a:pPr marL="228600" lvl="0" indent="-228600" algn="just" rtl="0">
              <a:lnSpc>
                <a:spcPct val="130000"/>
              </a:lnSpc>
              <a:spcBef>
                <a:spcPts val="600"/>
              </a:spcBef>
              <a:spcAft>
                <a:spcPts val="0"/>
              </a:spcAft>
              <a:buClr>
                <a:schemeClr val="dk1"/>
              </a:buClr>
              <a:buSzPts val="2400"/>
              <a:buChar char="•"/>
            </a:pPr>
            <a:r>
              <a:rPr lang="en-US" sz="2400"/>
              <a:t>Khó cài đặt nên ít phổ biến. </a:t>
            </a:r>
            <a:endParaRPr/>
          </a:p>
        </p:txBody>
      </p:sp>
      <p:sp>
        <p:nvSpPr>
          <p:cNvPr id="1299" name="Google Shape;1299;p59"/>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1300" name="Google Shape;1300;p59"/>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59</a:t>
            </a:fld>
            <a:endParaRPr/>
          </a:p>
        </p:txBody>
      </p:sp>
      <p:pic>
        <p:nvPicPr>
          <p:cNvPr id="1301" name="Google Shape;1301;p59"/>
          <p:cNvPicPr preferRelativeResize="0"/>
          <p:nvPr/>
        </p:nvPicPr>
        <p:blipFill rotWithShape="1">
          <a:blip r:embed="rId3">
            <a:alphaModFix/>
          </a:blip>
          <a:srcRect/>
          <a:stretch/>
        </p:blipFill>
        <p:spPr>
          <a:xfrm>
            <a:off x="6630234" y="3818926"/>
            <a:ext cx="3943350" cy="2171700"/>
          </a:xfrm>
          <a:prstGeom prst="rect">
            <a:avLst/>
          </a:prstGeom>
          <a:noFill/>
          <a:ln>
            <a:noFill/>
          </a:ln>
        </p:spPr>
      </p:pic>
      <p:sp>
        <p:nvSpPr>
          <p:cNvPr id="1302" name="Google Shape;1302;p59"/>
          <p:cNvSpPr txBox="1"/>
          <p:nvPr/>
        </p:nvSpPr>
        <p:spPr>
          <a:xfrm>
            <a:off x="774144" y="1276759"/>
            <a:ext cx="5856090" cy="494751"/>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2400" b="1">
                <a:solidFill>
                  <a:schemeClr val="lt1"/>
                </a:solidFill>
                <a:latin typeface="Arial"/>
                <a:ea typeface="Arial"/>
                <a:cs typeface="Arial"/>
                <a:sym typeface="Arial"/>
              </a:rPr>
              <a:t>Mô hình Nhiều – Nhiều (Many-to-Many)</a:t>
            </a:r>
            <a:endParaRPr sz="24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98">
                                            <p:txEl>
                                              <p:pRg st="0" end="0"/>
                                            </p:txEl>
                                          </p:spTgt>
                                        </p:tgtEl>
                                        <p:attrNameLst>
                                          <p:attrName>style.visibility</p:attrName>
                                        </p:attrNameLst>
                                      </p:cBhvr>
                                      <p:to>
                                        <p:strVal val="visible"/>
                                      </p:to>
                                    </p:set>
                                    <p:anim calcmode="lin" valueType="num">
                                      <p:cBhvr additive="base">
                                        <p:cTn id="7" dur="500"/>
                                        <p:tgtEl>
                                          <p:spTgt spid="129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298">
                                            <p:txEl>
                                              <p:pRg st="1" end="1"/>
                                            </p:txEl>
                                          </p:spTgt>
                                        </p:tgtEl>
                                        <p:attrNameLst>
                                          <p:attrName>style.visibility</p:attrName>
                                        </p:attrNameLst>
                                      </p:cBhvr>
                                      <p:to>
                                        <p:strVal val="visible"/>
                                      </p:to>
                                    </p:set>
                                    <p:anim calcmode="lin" valueType="num">
                                      <p:cBhvr additive="base">
                                        <p:cTn id="12" dur="500"/>
                                        <p:tgtEl>
                                          <p:spTgt spid="129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298">
                                            <p:txEl>
                                              <p:pRg st="2" end="2"/>
                                            </p:txEl>
                                          </p:spTgt>
                                        </p:tgtEl>
                                        <p:attrNameLst>
                                          <p:attrName>style.visibility</p:attrName>
                                        </p:attrNameLst>
                                      </p:cBhvr>
                                      <p:to>
                                        <p:strVal val="visible"/>
                                      </p:to>
                                    </p:set>
                                    <p:anim calcmode="lin" valueType="num">
                                      <p:cBhvr additive="base">
                                        <p:cTn id="17" dur="500"/>
                                        <p:tgtEl>
                                          <p:spTgt spid="1298">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306"/>
        <p:cNvGrpSpPr/>
        <p:nvPr/>
      </p:nvGrpSpPr>
      <p:grpSpPr>
        <a:xfrm>
          <a:off x="0" y="0"/>
          <a:ext cx="0" cy="0"/>
          <a:chOff x="0" y="0"/>
          <a:chExt cx="0" cy="0"/>
        </a:xfrm>
      </p:grpSpPr>
      <p:sp>
        <p:nvSpPr>
          <p:cNvPr id="1307" name="Google Shape;1307;p60"/>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Tóm tắt lại nội dung buổi học</a:t>
            </a:r>
            <a:endParaRPr/>
          </a:p>
        </p:txBody>
      </p:sp>
      <p:sp>
        <p:nvSpPr>
          <p:cNvPr id="1308" name="Google Shape;1308;p60"/>
          <p:cNvSpPr txBox="1">
            <a:spLocks noGrp="1"/>
          </p:cNvSpPr>
          <p:nvPr>
            <p:ph type="body" idx="1"/>
          </p:nvPr>
        </p:nvSpPr>
        <p:spPr>
          <a:xfrm>
            <a:off x="774145" y="1233824"/>
            <a:ext cx="10579654" cy="4943139"/>
          </a:xfrm>
          <a:prstGeom prst="rect">
            <a:avLst/>
          </a:prstGeom>
          <a:noFill/>
          <a:ln>
            <a:noFill/>
          </a:ln>
        </p:spPr>
        <p:txBody>
          <a:bodyPr spcFirstLastPara="1" wrap="square" lIns="91425" tIns="45700" rIns="91425" bIns="45700" anchor="t" anchorCtr="0">
            <a:normAutofit lnSpcReduction="10000"/>
          </a:bodyPr>
          <a:lstStyle/>
          <a:p>
            <a:pPr marL="228600" lvl="0" indent="-228600" algn="just" rtl="0">
              <a:lnSpc>
                <a:spcPct val="130000"/>
              </a:lnSpc>
              <a:spcBef>
                <a:spcPts val="0"/>
              </a:spcBef>
              <a:spcAft>
                <a:spcPts val="0"/>
              </a:spcAft>
              <a:buClr>
                <a:schemeClr val="dk1"/>
              </a:buClr>
              <a:buSzPts val="2800"/>
              <a:buChar char="•"/>
            </a:pPr>
            <a:r>
              <a:rPr lang="en-US"/>
              <a:t>Khái niệm cơ bản</a:t>
            </a:r>
            <a:endParaRPr/>
          </a:p>
          <a:p>
            <a:pPr marL="228600" lvl="0" indent="-228600" algn="just" rtl="0">
              <a:lnSpc>
                <a:spcPct val="130000"/>
              </a:lnSpc>
              <a:spcBef>
                <a:spcPts val="600"/>
              </a:spcBef>
              <a:spcAft>
                <a:spcPts val="0"/>
              </a:spcAft>
              <a:buClr>
                <a:schemeClr val="dk1"/>
              </a:buClr>
              <a:buSzPts val="2800"/>
              <a:buChar char="•"/>
            </a:pPr>
            <a:r>
              <a:rPr lang="en-US"/>
              <a:t>Trạng thái tiến trình</a:t>
            </a:r>
            <a:endParaRPr/>
          </a:p>
          <a:p>
            <a:pPr marL="228600" lvl="0" indent="-228600" algn="just" rtl="0">
              <a:lnSpc>
                <a:spcPct val="130000"/>
              </a:lnSpc>
              <a:spcBef>
                <a:spcPts val="600"/>
              </a:spcBef>
              <a:spcAft>
                <a:spcPts val="0"/>
              </a:spcAft>
              <a:buClr>
                <a:schemeClr val="dk1"/>
              </a:buClr>
              <a:buSzPts val="2800"/>
              <a:buChar char="•"/>
            </a:pPr>
            <a:r>
              <a:rPr lang="en-US"/>
              <a:t>Khối điều khiển tiến trình</a:t>
            </a:r>
            <a:endParaRPr/>
          </a:p>
          <a:p>
            <a:pPr marL="228600" lvl="0" indent="-228600" algn="just" rtl="0">
              <a:lnSpc>
                <a:spcPct val="130000"/>
              </a:lnSpc>
              <a:spcBef>
                <a:spcPts val="600"/>
              </a:spcBef>
              <a:spcAft>
                <a:spcPts val="0"/>
              </a:spcAft>
              <a:buClr>
                <a:schemeClr val="dk1"/>
              </a:buClr>
              <a:buSzPts val="2800"/>
              <a:buChar char="•"/>
            </a:pPr>
            <a:r>
              <a:rPr lang="en-US"/>
              <a:t>Định thời tiến trình</a:t>
            </a:r>
            <a:endParaRPr/>
          </a:p>
          <a:p>
            <a:pPr marL="228600" lvl="0" indent="-228600" algn="just" rtl="0">
              <a:lnSpc>
                <a:spcPct val="130000"/>
              </a:lnSpc>
              <a:spcBef>
                <a:spcPts val="600"/>
              </a:spcBef>
              <a:spcAft>
                <a:spcPts val="0"/>
              </a:spcAft>
              <a:buClr>
                <a:schemeClr val="dk1"/>
              </a:buClr>
              <a:buSzPts val="2800"/>
              <a:buChar char="•"/>
            </a:pPr>
            <a:r>
              <a:rPr lang="en-US"/>
              <a:t>Các tác vụ đối với tiến trình</a:t>
            </a:r>
            <a:endParaRPr/>
          </a:p>
          <a:p>
            <a:pPr marL="228600" lvl="0" indent="-228600" algn="just" rtl="0">
              <a:lnSpc>
                <a:spcPct val="130000"/>
              </a:lnSpc>
              <a:spcBef>
                <a:spcPts val="600"/>
              </a:spcBef>
              <a:spcAft>
                <a:spcPts val="0"/>
              </a:spcAft>
              <a:buClr>
                <a:schemeClr val="dk1"/>
              </a:buClr>
              <a:buSzPts val="2800"/>
              <a:buChar char="•"/>
            </a:pPr>
            <a:r>
              <a:rPr lang="en-US"/>
              <a:t>Sự cộng tác giữa các tiến trình</a:t>
            </a:r>
            <a:endParaRPr/>
          </a:p>
          <a:p>
            <a:pPr marL="228600" lvl="0" indent="-228600" algn="just" rtl="0">
              <a:lnSpc>
                <a:spcPct val="130000"/>
              </a:lnSpc>
              <a:spcBef>
                <a:spcPts val="600"/>
              </a:spcBef>
              <a:spcAft>
                <a:spcPts val="0"/>
              </a:spcAft>
              <a:buClr>
                <a:schemeClr val="dk1"/>
              </a:buClr>
              <a:buSzPts val="2800"/>
              <a:buChar char="•"/>
            </a:pPr>
            <a:r>
              <a:rPr lang="en-US"/>
              <a:t>Giao tiếp giữa các tiến trình</a:t>
            </a:r>
            <a:endParaRPr/>
          </a:p>
          <a:p>
            <a:pPr marL="228600" lvl="0" indent="-228600" algn="just" rtl="0">
              <a:lnSpc>
                <a:spcPct val="130000"/>
              </a:lnSpc>
              <a:spcBef>
                <a:spcPts val="600"/>
              </a:spcBef>
              <a:spcAft>
                <a:spcPts val="0"/>
              </a:spcAft>
              <a:buClr>
                <a:schemeClr val="dk1"/>
              </a:buClr>
              <a:buSzPts val="2800"/>
              <a:buChar char="•"/>
            </a:pPr>
            <a:r>
              <a:rPr lang="en-US"/>
              <a:t>Tiểu trình </a:t>
            </a:r>
            <a:endParaRPr/>
          </a:p>
        </p:txBody>
      </p:sp>
      <p:sp>
        <p:nvSpPr>
          <p:cNvPr id="1309" name="Google Shape;1309;p60"/>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1310" name="Google Shape;1310;p60"/>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60</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314"/>
        <p:cNvGrpSpPr/>
        <p:nvPr/>
      </p:nvGrpSpPr>
      <p:grpSpPr>
        <a:xfrm>
          <a:off x="0" y="0"/>
          <a:ext cx="0" cy="0"/>
          <a:chOff x="0" y="0"/>
          <a:chExt cx="0" cy="0"/>
        </a:xfrm>
      </p:grpSpPr>
      <p:sp>
        <p:nvSpPr>
          <p:cNvPr id="1315" name="Google Shape;1315;p61"/>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Câu hỏi ôn tập chương 3</a:t>
            </a:r>
            <a:endParaRPr/>
          </a:p>
        </p:txBody>
      </p:sp>
      <p:sp>
        <p:nvSpPr>
          <p:cNvPr id="1316" name="Google Shape;1316;p61"/>
          <p:cNvSpPr txBox="1">
            <a:spLocks noGrp="1"/>
          </p:cNvSpPr>
          <p:nvPr>
            <p:ph type="body" idx="1"/>
          </p:nvPr>
        </p:nvSpPr>
        <p:spPr>
          <a:xfrm>
            <a:off x="774145" y="1233824"/>
            <a:ext cx="10579654" cy="4943139"/>
          </a:xfrm>
          <a:prstGeom prst="rect">
            <a:avLst/>
          </a:prstGeom>
          <a:noFill/>
          <a:ln>
            <a:noFill/>
          </a:ln>
        </p:spPr>
        <p:txBody>
          <a:bodyPr spcFirstLastPara="1" wrap="square" lIns="91425" tIns="45700" rIns="91425" bIns="45700" anchor="t" anchorCtr="0">
            <a:normAutofit/>
          </a:bodyPr>
          <a:lstStyle/>
          <a:p>
            <a:pPr marL="228600" lvl="0" indent="-228600" algn="just" rtl="0">
              <a:lnSpc>
                <a:spcPct val="130000"/>
              </a:lnSpc>
              <a:spcBef>
                <a:spcPts val="0"/>
              </a:spcBef>
              <a:spcAft>
                <a:spcPts val="0"/>
              </a:spcAft>
              <a:buClr>
                <a:schemeClr val="dk1"/>
              </a:buClr>
              <a:buSzPts val="2800"/>
              <a:buChar char="•"/>
            </a:pPr>
            <a:r>
              <a:rPr lang="en-US"/>
              <a:t>Process control block chứa những thông tin gì?</a:t>
            </a:r>
            <a:endParaRPr/>
          </a:p>
          <a:p>
            <a:pPr marL="228600" lvl="0" indent="-228600" algn="just" rtl="0">
              <a:lnSpc>
                <a:spcPct val="130000"/>
              </a:lnSpc>
              <a:spcBef>
                <a:spcPts val="600"/>
              </a:spcBef>
              <a:spcAft>
                <a:spcPts val="0"/>
              </a:spcAft>
              <a:buClr>
                <a:schemeClr val="dk1"/>
              </a:buClr>
              <a:buSzPts val="2800"/>
              <a:buChar char="•"/>
            </a:pPr>
            <a:r>
              <a:rPr lang="en-US"/>
              <a:t>Các tác vụ đối với tiến trình?</a:t>
            </a:r>
            <a:endParaRPr/>
          </a:p>
          <a:p>
            <a:pPr marL="228600" lvl="0" indent="-228600" algn="just" rtl="0">
              <a:lnSpc>
                <a:spcPct val="130000"/>
              </a:lnSpc>
              <a:spcBef>
                <a:spcPts val="600"/>
              </a:spcBef>
              <a:spcAft>
                <a:spcPts val="0"/>
              </a:spcAft>
              <a:buClr>
                <a:schemeClr val="dk1"/>
              </a:buClr>
              <a:buSzPts val="2800"/>
              <a:buChar char="•"/>
            </a:pPr>
            <a:r>
              <a:rPr lang="en-US"/>
              <a:t>Tại sao phải định thời, có mấy loại bộ định thời?</a:t>
            </a:r>
            <a:endParaRPr/>
          </a:p>
          <a:p>
            <a:pPr marL="228600" lvl="0" indent="-50800" algn="just" rtl="0">
              <a:lnSpc>
                <a:spcPct val="130000"/>
              </a:lnSpc>
              <a:spcBef>
                <a:spcPts val="600"/>
              </a:spcBef>
              <a:spcAft>
                <a:spcPts val="0"/>
              </a:spcAft>
              <a:buClr>
                <a:schemeClr val="dk1"/>
              </a:buClr>
              <a:buSzPts val="2800"/>
              <a:buNone/>
            </a:pPr>
            <a:endParaRPr/>
          </a:p>
        </p:txBody>
      </p:sp>
      <p:sp>
        <p:nvSpPr>
          <p:cNvPr id="1317" name="Google Shape;1317;p61"/>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1318" name="Google Shape;1318;p61"/>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61</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322"/>
        <p:cNvGrpSpPr/>
        <p:nvPr/>
      </p:nvGrpSpPr>
      <p:grpSpPr>
        <a:xfrm>
          <a:off x="0" y="0"/>
          <a:ext cx="0" cy="0"/>
          <a:chOff x="0" y="0"/>
          <a:chExt cx="0" cy="0"/>
        </a:xfrm>
      </p:grpSpPr>
      <p:sp>
        <p:nvSpPr>
          <p:cNvPr id="1323" name="Google Shape;1323;p62"/>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Câu hỏi ôn tập chương 3 (tt)</a:t>
            </a:r>
            <a:endParaRPr/>
          </a:p>
        </p:txBody>
      </p:sp>
      <p:sp>
        <p:nvSpPr>
          <p:cNvPr id="1324" name="Google Shape;1324;p62"/>
          <p:cNvSpPr txBox="1">
            <a:spLocks noGrp="1"/>
          </p:cNvSpPr>
          <p:nvPr>
            <p:ph type="body" idx="1"/>
          </p:nvPr>
        </p:nvSpPr>
        <p:spPr>
          <a:xfrm>
            <a:off x="774145" y="1233824"/>
            <a:ext cx="10579654" cy="4943139"/>
          </a:xfrm>
          <a:prstGeom prst="rect">
            <a:avLst/>
          </a:prstGeom>
          <a:noFill/>
          <a:ln>
            <a:noFill/>
          </a:ln>
        </p:spPr>
        <p:txBody>
          <a:bodyPr spcFirstLastPara="1" wrap="square" lIns="91425" tIns="45700" rIns="91425" bIns="45700" anchor="t" anchorCtr="0">
            <a:normAutofit fontScale="92500" lnSpcReduction="10000"/>
          </a:bodyPr>
          <a:lstStyle/>
          <a:p>
            <a:pPr marL="0" lvl="0" indent="0" algn="just" rtl="0">
              <a:lnSpc>
                <a:spcPct val="130000"/>
              </a:lnSpc>
              <a:spcBef>
                <a:spcPts val="0"/>
              </a:spcBef>
              <a:spcAft>
                <a:spcPts val="0"/>
              </a:spcAft>
              <a:buClr>
                <a:schemeClr val="dk1"/>
              </a:buClr>
              <a:buSzPct val="100000"/>
              <a:buNone/>
            </a:pPr>
            <a:r>
              <a:rPr lang="en-US" sz="2800"/>
              <a:t>Nêu cụ thể các trạng thái của tiến trình?</a:t>
            </a:r>
            <a:endParaRPr/>
          </a:p>
          <a:p>
            <a:pPr marL="0" lvl="0" indent="0" algn="just" rtl="0">
              <a:lnSpc>
                <a:spcPct val="130000"/>
              </a:lnSpc>
              <a:spcBef>
                <a:spcPts val="1088"/>
              </a:spcBef>
              <a:spcAft>
                <a:spcPts val="0"/>
              </a:spcAft>
              <a:buClr>
                <a:srgbClr val="000000"/>
              </a:buClr>
              <a:buSzPct val="100000"/>
              <a:buNone/>
            </a:pPr>
            <a:r>
              <a:rPr lang="en-US" sz="2800" b="1">
                <a:solidFill>
                  <a:srgbClr val="000000"/>
                </a:solidFill>
                <a:latin typeface="Arial"/>
                <a:ea typeface="Arial"/>
                <a:cs typeface="Arial"/>
                <a:sym typeface="Arial"/>
              </a:rPr>
              <a:t>/* test.c */</a:t>
            </a:r>
            <a:endParaRPr/>
          </a:p>
          <a:p>
            <a:pPr marL="0" lvl="0" indent="0" algn="just" rtl="0">
              <a:lnSpc>
                <a:spcPct val="130000"/>
              </a:lnSpc>
              <a:spcBef>
                <a:spcPts val="1088"/>
              </a:spcBef>
              <a:spcAft>
                <a:spcPts val="0"/>
              </a:spcAft>
              <a:buClr>
                <a:srgbClr val="000000"/>
              </a:buClr>
              <a:buSzPct val="100000"/>
              <a:buNone/>
            </a:pPr>
            <a:r>
              <a:rPr lang="en-US" sz="2800" b="1">
                <a:solidFill>
                  <a:srgbClr val="000000"/>
                </a:solidFill>
                <a:latin typeface="Arial"/>
                <a:ea typeface="Arial"/>
                <a:cs typeface="Arial"/>
                <a:sym typeface="Arial"/>
              </a:rPr>
              <a:t>int main(int argc, char** argv)</a:t>
            </a:r>
            <a:endParaRPr/>
          </a:p>
          <a:p>
            <a:pPr marL="0" lvl="0" indent="0" algn="just" rtl="0">
              <a:lnSpc>
                <a:spcPct val="130000"/>
              </a:lnSpc>
              <a:spcBef>
                <a:spcPts val="1088"/>
              </a:spcBef>
              <a:spcAft>
                <a:spcPts val="0"/>
              </a:spcAft>
              <a:buClr>
                <a:srgbClr val="000000"/>
              </a:buClr>
              <a:buSzPct val="100000"/>
              <a:buNone/>
            </a:pPr>
            <a:r>
              <a:rPr lang="en-US" sz="2800" b="1">
                <a:solidFill>
                  <a:srgbClr val="000000"/>
                </a:solidFill>
                <a:latin typeface="Arial"/>
                <a:ea typeface="Arial"/>
                <a:cs typeface="Arial"/>
                <a:sym typeface="Arial"/>
              </a:rPr>
              <a:t>{       </a:t>
            </a:r>
            <a:endParaRPr/>
          </a:p>
          <a:p>
            <a:pPr marL="0" lvl="0" indent="0" algn="just" rtl="0">
              <a:lnSpc>
                <a:spcPct val="130000"/>
              </a:lnSpc>
              <a:spcBef>
                <a:spcPts val="1088"/>
              </a:spcBef>
              <a:spcAft>
                <a:spcPts val="0"/>
              </a:spcAft>
              <a:buClr>
                <a:srgbClr val="000000"/>
              </a:buClr>
              <a:buSzPct val="100000"/>
              <a:buNone/>
            </a:pPr>
            <a:r>
              <a:rPr lang="en-US" sz="2800" b="1">
                <a:solidFill>
                  <a:srgbClr val="000000"/>
                </a:solidFill>
                <a:latin typeface="Arial"/>
                <a:ea typeface="Arial"/>
                <a:cs typeface="Arial"/>
                <a:sym typeface="Arial"/>
              </a:rPr>
              <a:t>   printf(“Hello world\n");</a:t>
            </a:r>
            <a:endParaRPr/>
          </a:p>
          <a:p>
            <a:pPr marL="0" lvl="0" indent="0" algn="just" rtl="0">
              <a:lnSpc>
                <a:spcPct val="130000"/>
              </a:lnSpc>
              <a:spcBef>
                <a:spcPts val="1088"/>
              </a:spcBef>
              <a:spcAft>
                <a:spcPts val="0"/>
              </a:spcAft>
              <a:buClr>
                <a:srgbClr val="000000"/>
              </a:buClr>
              <a:buSzPct val="100000"/>
              <a:buNone/>
            </a:pPr>
            <a:r>
              <a:rPr lang="en-US" sz="2800" b="1">
                <a:solidFill>
                  <a:srgbClr val="000000"/>
                </a:solidFill>
                <a:latin typeface="Arial"/>
                <a:ea typeface="Arial"/>
                <a:cs typeface="Arial"/>
                <a:sym typeface="Arial"/>
              </a:rPr>
              <a:t>   scanf(“ Nhập c = %d”,&amp;c);</a:t>
            </a:r>
            <a:endParaRPr/>
          </a:p>
          <a:p>
            <a:pPr marL="0" lvl="0" indent="0" algn="just" rtl="0">
              <a:lnSpc>
                <a:spcPct val="130000"/>
              </a:lnSpc>
              <a:spcBef>
                <a:spcPts val="1088"/>
              </a:spcBef>
              <a:spcAft>
                <a:spcPts val="0"/>
              </a:spcAft>
              <a:buClr>
                <a:srgbClr val="000000"/>
              </a:buClr>
              <a:buSzPct val="100000"/>
              <a:buNone/>
            </a:pPr>
            <a:r>
              <a:rPr lang="en-US" sz="2800" b="1">
                <a:solidFill>
                  <a:srgbClr val="000000"/>
                </a:solidFill>
                <a:latin typeface="Arial"/>
                <a:ea typeface="Arial"/>
                <a:cs typeface="Arial"/>
                <a:sym typeface="Arial"/>
              </a:rPr>
              <a:t>   exit(0);</a:t>
            </a:r>
            <a:endParaRPr/>
          </a:p>
          <a:p>
            <a:pPr marL="0" lvl="0" indent="0" algn="just" rtl="0">
              <a:lnSpc>
                <a:spcPct val="130000"/>
              </a:lnSpc>
              <a:spcBef>
                <a:spcPts val="1088"/>
              </a:spcBef>
              <a:spcAft>
                <a:spcPts val="0"/>
              </a:spcAft>
              <a:buClr>
                <a:srgbClr val="000000"/>
              </a:buClr>
              <a:buSzPct val="100000"/>
              <a:buNone/>
            </a:pPr>
            <a:r>
              <a:rPr lang="en-US" sz="2800" b="1">
                <a:solidFill>
                  <a:srgbClr val="000000"/>
                </a:solidFill>
                <a:latin typeface="Arial"/>
                <a:ea typeface="Arial"/>
                <a:cs typeface="Arial"/>
                <a:sym typeface="Arial"/>
              </a:rPr>
              <a:t>}</a:t>
            </a:r>
            <a:endParaRPr/>
          </a:p>
          <a:p>
            <a:pPr marL="228600" lvl="0" indent="-64135" algn="just" rtl="0">
              <a:lnSpc>
                <a:spcPct val="130000"/>
              </a:lnSpc>
              <a:spcBef>
                <a:spcPts val="600"/>
              </a:spcBef>
              <a:spcAft>
                <a:spcPts val="0"/>
              </a:spcAft>
              <a:buClr>
                <a:schemeClr val="dk1"/>
              </a:buClr>
              <a:buSzPct val="100000"/>
              <a:buNone/>
            </a:pPr>
            <a:endParaRPr/>
          </a:p>
        </p:txBody>
      </p:sp>
      <p:sp>
        <p:nvSpPr>
          <p:cNvPr id="1325" name="Google Shape;1325;p62"/>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1326" name="Google Shape;1326;p62"/>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62</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330"/>
        <p:cNvGrpSpPr/>
        <p:nvPr/>
      </p:nvGrpSpPr>
      <p:grpSpPr>
        <a:xfrm>
          <a:off x="0" y="0"/>
          <a:ext cx="0" cy="0"/>
          <a:chOff x="0" y="0"/>
          <a:chExt cx="0" cy="0"/>
        </a:xfrm>
      </p:grpSpPr>
      <p:sp>
        <p:nvSpPr>
          <p:cNvPr id="1331" name="Google Shape;1331;p63"/>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ct val="100000"/>
              <a:buFont typeface="Times New Roman"/>
              <a:buNone/>
            </a:pPr>
            <a:r>
              <a:rPr lang="en-US"/>
              <a:t>Câu hỏi ôn tập chương 3 (tt)</a:t>
            </a:r>
            <a:endParaRPr/>
          </a:p>
        </p:txBody>
      </p:sp>
      <p:sp>
        <p:nvSpPr>
          <p:cNvPr id="1332" name="Google Shape;1332;p63"/>
          <p:cNvSpPr txBox="1">
            <a:spLocks noGrp="1"/>
          </p:cNvSpPr>
          <p:nvPr>
            <p:ph type="body" idx="1"/>
          </p:nvPr>
        </p:nvSpPr>
        <p:spPr>
          <a:xfrm>
            <a:off x="1142796" y="1195822"/>
            <a:ext cx="3592489" cy="4867522"/>
          </a:xfrm>
          <a:prstGeom prst="rect">
            <a:avLst/>
          </a:prstGeom>
          <a:noFill/>
          <a:ln>
            <a:noFill/>
          </a:ln>
        </p:spPr>
        <p:txBody>
          <a:bodyPr spcFirstLastPara="1" wrap="square" lIns="91425" tIns="45700" rIns="91425" bIns="45700" anchor="t" anchorCtr="0">
            <a:normAutofit/>
          </a:bodyPr>
          <a:lstStyle/>
          <a:p>
            <a:pPr marL="228600" lvl="0" indent="-228600" algn="just" rtl="0">
              <a:lnSpc>
                <a:spcPct val="130000"/>
              </a:lnSpc>
              <a:spcBef>
                <a:spcPts val="0"/>
              </a:spcBef>
              <a:spcAft>
                <a:spcPts val="0"/>
              </a:spcAft>
              <a:buClr>
                <a:schemeClr val="dk1"/>
              </a:buClr>
              <a:buSzPts val="2800"/>
              <a:buChar char="•"/>
            </a:pPr>
            <a:r>
              <a:rPr lang="en-US" sz="2800"/>
              <a:t>Chương trình này in ra những chữ gì?</a:t>
            </a:r>
            <a:endParaRPr/>
          </a:p>
          <a:p>
            <a:pPr marL="228600" lvl="0" indent="-50800" algn="just" rtl="0">
              <a:lnSpc>
                <a:spcPct val="130000"/>
              </a:lnSpc>
              <a:spcBef>
                <a:spcPts val="600"/>
              </a:spcBef>
              <a:spcAft>
                <a:spcPts val="0"/>
              </a:spcAft>
              <a:buClr>
                <a:schemeClr val="dk1"/>
              </a:buClr>
              <a:buSzPts val="2800"/>
              <a:buNone/>
            </a:pPr>
            <a:endParaRPr/>
          </a:p>
        </p:txBody>
      </p:sp>
      <p:sp>
        <p:nvSpPr>
          <p:cNvPr id="1333" name="Google Shape;1333;p63"/>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Thực hiện bởi Trường Đại học Công nghệ Thông tin, ĐHQG-HCM</a:t>
            </a:r>
            <a:endParaRPr/>
          </a:p>
        </p:txBody>
      </p:sp>
      <p:sp>
        <p:nvSpPr>
          <p:cNvPr id="1334" name="Google Shape;1334;p63"/>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63</a:t>
            </a:fld>
            <a:endParaRPr/>
          </a:p>
        </p:txBody>
      </p:sp>
      <p:sp>
        <p:nvSpPr>
          <p:cNvPr id="1335" name="Google Shape;1335;p63"/>
          <p:cNvSpPr txBox="1"/>
          <p:nvPr/>
        </p:nvSpPr>
        <p:spPr>
          <a:xfrm>
            <a:off x="5372592" y="1250948"/>
            <a:ext cx="6285805" cy="51054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80000"/>
              </a:lnSpc>
              <a:spcBef>
                <a:spcPts val="0"/>
              </a:spcBef>
              <a:spcAft>
                <a:spcPts val="0"/>
              </a:spcAft>
              <a:buClr>
                <a:srgbClr val="003399"/>
              </a:buClr>
              <a:buSzPts val="2000"/>
              <a:buFont typeface="Noto Sans Symbols"/>
              <a:buNone/>
            </a:pPr>
            <a:r>
              <a:rPr lang="en-US" sz="2000" b="1">
                <a:solidFill>
                  <a:srgbClr val="000000"/>
                </a:solidFill>
                <a:latin typeface="Courier New"/>
                <a:ea typeface="Courier New"/>
                <a:cs typeface="Courier New"/>
                <a:sym typeface="Courier New"/>
              </a:rPr>
              <a:t>#include &lt;stdio.h&gt;</a:t>
            </a:r>
            <a:endParaRPr/>
          </a:p>
          <a:p>
            <a:pPr marL="342900" marR="0" lvl="0" indent="-342900" algn="just" rtl="0">
              <a:lnSpc>
                <a:spcPct val="80000"/>
              </a:lnSpc>
              <a:spcBef>
                <a:spcPts val="788"/>
              </a:spcBef>
              <a:spcAft>
                <a:spcPts val="0"/>
              </a:spcAft>
              <a:buClr>
                <a:srgbClr val="003399"/>
              </a:buClr>
              <a:buSzPts val="2000"/>
              <a:buFont typeface="Noto Sans Symbols"/>
              <a:buNone/>
            </a:pPr>
            <a:r>
              <a:rPr lang="en-US" sz="2000" b="1">
                <a:solidFill>
                  <a:srgbClr val="000000"/>
                </a:solidFill>
                <a:latin typeface="Courier New"/>
                <a:ea typeface="Courier New"/>
                <a:cs typeface="Courier New"/>
                <a:sym typeface="Courier New"/>
              </a:rPr>
              <a:t>#include &lt;unistd.h&gt;</a:t>
            </a:r>
            <a:endParaRPr/>
          </a:p>
          <a:p>
            <a:pPr marL="342900" marR="0" lvl="0" indent="-342900" algn="just" rtl="0">
              <a:lnSpc>
                <a:spcPct val="80000"/>
              </a:lnSpc>
              <a:spcBef>
                <a:spcPts val="788"/>
              </a:spcBef>
              <a:spcAft>
                <a:spcPts val="0"/>
              </a:spcAft>
              <a:buClr>
                <a:srgbClr val="003399"/>
              </a:buClr>
              <a:buSzPts val="2000"/>
              <a:buFont typeface="Noto Sans Symbols"/>
              <a:buNone/>
            </a:pPr>
            <a:r>
              <a:rPr lang="en-US" sz="2000" b="1">
                <a:solidFill>
                  <a:srgbClr val="000000"/>
                </a:solidFill>
                <a:latin typeface="Courier New"/>
                <a:ea typeface="Courier New"/>
                <a:cs typeface="Courier New"/>
                <a:sym typeface="Courier New"/>
              </a:rPr>
              <a:t>int main (int argc, char *argv[])</a:t>
            </a:r>
            <a:endParaRPr/>
          </a:p>
          <a:p>
            <a:pPr marL="342900" marR="0" lvl="0" indent="-342900" algn="just" rtl="0">
              <a:lnSpc>
                <a:spcPct val="80000"/>
              </a:lnSpc>
              <a:spcBef>
                <a:spcPts val="788"/>
              </a:spcBef>
              <a:spcAft>
                <a:spcPts val="0"/>
              </a:spcAft>
              <a:buClr>
                <a:srgbClr val="003399"/>
              </a:buClr>
              <a:buSzPts val="2000"/>
              <a:buFont typeface="Noto Sans Symbols"/>
              <a:buNone/>
            </a:pPr>
            <a:r>
              <a:rPr lang="en-US" sz="2000" b="1">
                <a:solidFill>
                  <a:srgbClr val="000000"/>
                </a:solidFill>
                <a:latin typeface="Courier New"/>
                <a:ea typeface="Courier New"/>
                <a:cs typeface="Courier New"/>
                <a:sym typeface="Courier New"/>
              </a:rPr>
              <a:t>{</a:t>
            </a:r>
            <a:endParaRPr/>
          </a:p>
          <a:p>
            <a:pPr marL="342900" marR="0" lvl="0" indent="-342900" algn="just" rtl="0">
              <a:lnSpc>
                <a:spcPct val="80000"/>
              </a:lnSpc>
              <a:spcBef>
                <a:spcPts val="788"/>
              </a:spcBef>
              <a:spcAft>
                <a:spcPts val="0"/>
              </a:spcAft>
              <a:buClr>
                <a:srgbClr val="003399"/>
              </a:buClr>
              <a:buSzPts val="2000"/>
              <a:buFont typeface="Noto Sans Symbols"/>
              <a:buNone/>
            </a:pPr>
            <a:r>
              <a:rPr lang="en-US" sz="2000" b="1">
                <a:solidFill>
                  <a:srgbClr val="000000"/>
                </a:solidFill>
                <a:latin typeface="Courier New"/>
                <a:ea typeface="Courier New"/>
                <a:cs typeface="Courier New"/>
                <a:sym typeface="Courier New"/>
              </a:rPr>
              <a:t>	int pid;</a:t>
            </a:r>
            <a:endParaRPr/>
          </a:p>
          <a:p>
            <a:pPr marL="342900" marR="0" lvl="0" indent="-342900" algn="just" rtl="0">
              <a:lnSpc>
                <a:spcPct val="80000"/>
              </a:lnSpc>
              <a:spcBef>
                <a:spcPts val="788"/>
              </a:spcBef>
              <a:spcAft>
                <a:spcPts val="0"/>
              </a:spcAft>
              <a:buClr>
                <a:srgbClr val="003399"/>
              </a:buClr>
              <a:buSzPts val="2000"/>
              <a:buFont typeface="Noto Sans Symbols"/>
              <a:buNone/>
            </a:pPr>
            <a:r>
              <a:rPr lang="en-US" sz="2000" b="1">
                <a:solidFill>
                  <a:schemeClr val="hlink"/>
                </a:solidFill>
                <a:latin typeface="Courier New"/>
                <a:ea typeface="Courier New"/>
                <a:cs typeface="Courier New"/>
                <a:sym typeface="Courier New"/>
              </a:rPr>
              <a:t>	pid = fork</a:t>
            </a:r>
            <a:r>
              <a:rPr lang="en-US" sz="2000" b="1">
                <a:solidFill>
                  <a:srgbClr val="000000"/>
                </a:solidFill>
                <a:latin typeface="Courier New"/>
                <a:ea typeface="Courier New"/>
                <a:cs typeface="Courier New"/>
                <a:sym typeface="Courier New"/>
              </a:rPr>
              <a:t>();</a:t>
            </a:r>
            <a:endParaRPr/>
          </a:p>
          <a:p>
            <a:pPr marL="342900" marR="0" lvl="0" indent="-342900" algn="just" rtl="0">
              <a:lnSpc>
                <a:spcPct val="80000"/>
              </a:lnSpc>
              <a:spcBef>
                <a:spcPts val="788"/>
              </a:spcBef>
              <a:spcAft>
                <a:spcPts val="0"/>
              </a:spcAft>
              <a:buClr>
                <a:srgbClr val="003399"/>
              </a:buClr>
              <a:buSzPts val="2000"/>
              <a:buFont typeface="Noto Sans Symbols"/>
              <a:buNone/>
            </a:pPr>
            <a:r>
              <a:rPr lang="en-US" sz="2000" b="1">
                <a:solidFill>
                  <a:srgbClr val="000000"/>
                </a:solidFill>
                <a:latin typeface="Courier New"/>
                <a:ea typeface="Courier New"/>
                <a:cs typeface="Courier New"/>
                <a:sym typeface="Courier New"/>
              </a:rPr>
              <a:t>	</a:t>
            </a:r>
            <a:r>
              <a:rPr lang="en-US" sz="2000" b="1">
                <a:solidFill>
                  <a:srgbClr val="00B0F0"/>
                </a:solidFill>
                <a:latin typeface="Courier New"/>
                <a:ea typeface="Courier New"/>
                <a:cs typeface="Courier New"/>
                <a:sym typeface="Courier New"/>
              </a:rPr>
              <a:t>printf(“ so 1”);</a:t>
            </a:r>
            <a:endParaRPr/>
          </a:p>
          <a:p>
            <a:pPr marL="342900" marR="0" lvl="0" indent="-342900" algn="just" rtl="0">
              <a:lnSpc>
                <a:spcPct val="80000"/>
              </a:lnSpc>
              <a:spcBef>
                <a:spcPts val="788"/>
              </a:spcBef>
              <a:spcAft>
                <a:spcPts val="0"/>
              </a:spcAft>
              <a:buClr>
                <a:srgbClr val="003399"/>
              </a:buClr>
              <a:buSzPts val="2000"/>
              <a:buFont typeface="Noto Sans Symbols"/>
              <a:buNone/>
            </a:pPr>
            <a:r>
              <a:rPr lang="en-US" sz="2000" b="1">
                <a:solidFill>
                  <a:schemeClr val="hlink"/>
                </a:solidFill>
                <a:latin typeface="Courier New"/>
                <a:ea typeface="Courier New"/>
                <a:cs typeface="Courier New"/>
                <a:sym typeface="Courier New"/>
              </a:rPr>
              <a:t>	</a:t>
            </a:r>
            <a:r>
              <a:rPr lang="en-US" sz="2000" b="1">
                <a:solidFill>
                  <a:srgbClr val="00B0F0"/>
                </a:solidFill>
                <a:latin typeface="Courier New"/>
                <a:ea typeface="Courier New"/>
                <a:cs typeface="Courier New"/>
                <a:sym typeface="Courier New"/>
              </a:rPr>
              <a:t>printf(“ so 2”);</a:t>
            </a:r>
            <a:endParaRPr sz="2000" b="1">
              <a:solidFill>
                <a:srgbClr val="000000"/>
              </a:solidFill>
              <a:latin typeface="Courier New"/>
              <a:ea typeface="Courier New"/>
              <a:cs typeface="Courier New"/>
              <a:sym typeface="Courier New"/>
            </a:endParaRPr>
          </a:p>
          <a:p>
            <a:pPr marL="342900" marR="0" lvl="0" indent="-342900" algn="just" rtl="0">
              <a:lnSpc>
                <a:spcPct val="80000"/>
              </a:lnSpc>
              <a:spcBef>
                <a:spcPts val="788"/>
              </a:spcBef>
              <a:spcAft>
                <a:spcPts val="0"/>
              </a:spcAft>
              <a:buClr>
                <a:srgbClr val="003399"/>
              </a:buClr>
              <a:buSzPts val="2000"/>
              <a:buFont typeface="Noto Sans Symbols"/>
              <a:buNone/>
            </a:pPr>
            <a:r>
              <a:rPr lang="en-US" sz="2000" b="1">
                <a:solidFill>
                  <a:schemeClr val="hlink"/>
                </a:solidFill>
                <a:latin typeface="Courier New"/>
                <a:ea typeface="Courier New"/>
                <a:cs typeface="Courier New"/>
                <a:sym typeface="Courier New"/>
              </a:rPr>
              <a:t>	fork</a:t>
            </a:r>
            <a:r>
              <a:rPr lang="en-US" sz="2000" b="1">
                <a:solidFill>
                  <a:srgbClr val="000000"/>
                </a:solidFill>
                <a:latin typeface="Courier New"/>
                <a:ea typeface="Courier New"/>
                <a:cs typeface="Courier New"/>
                <a:sym typeface="Courier New"/>
              </a:rPr>
              <a:t>();</a:t>
            </a:r>
            <a:endParaRPr/>
          </a:p>
          <a:p>
            <a:pPr marL="342900" marR="0" lvl="0" indent="-342900" algn="just" rtl="0">
              <a:lnSpc>
                <a:spcPct val="80000"/>
              </a:lnSpc>
              <a:spcBef>
                <a:spcPts val="788"/>
              </a:spcBef>
              <a:spcAft>
                <a:spcPts val="0"/>
              </a:spcAft>
              <a:buClr>
                <a:srgbClr val="003399"/>
              </a:buClr>
              <a:buSzPts val="2000"/>
              <a:buFont typeface="Noto Sans Symbols"/>
              <a:buNone/>
            </a:pPr>
            <a:r>
              <a:rPr lang="en-US" sz="2000" b="1">
                <a:solidFill>
                  <a:srgbClr val="00B0F0"/>
                </a:solidFill>
                <a:latin typeface="Courier New"/>
                <a:ea typeface="Courier New"/>
                <a:cs typeface="Courier New"/>
                <a:sym typeface="Courier New"/>
              </a:rPr>
              <a:t>	</a:t>
            </a:r>
            <a:r>
              <a:rPr lang="en-US" sz="2000" b="1">
                <a:solidFill>
                  <a:srgbClr val="000000"/>
                </a:solidFill>
                <a:latin typeface="Courier New"/>
                <a:ea typeface="Courier New"/>
                <a:cs typeface="Courier New"/>
                <a:sym typeface="Courier New"/>
              </a:rPr>
              <a:t>if (pid &lt; 0){</a:t>
            </a:r>
            <a:endParaRPr/>
          </a:p>
          <a:p>
            <a:pPr marL="342900" marR="0" lvl="0" indent="-342900" algn="just" rtl="0">
              <a:lnSpc>
                <a:spcPct val="80000"/>
              </a:lnSpc>
              <a:spcBef>
                <a:spcPts val="788"/>
              </a:spcBef>
              <a:spcAft>
                <a:spcPts val="0"/>
              </a:spcAft>
              <a:buClr>
                <a:srgbClr val="003399"/>
              </a:buClr>
              <a:buSzPts val="2000"/>
              <a:buFont typeface="Noto Sans Symbols"/>
              <a:buNone/>
            </a:pPr>
            <a:r>
              <a:rPr lang="en-US" sz="2000" b="1">
                <a:solidFill>
                  <a:srgbClr val="000000"/>
                </a:solidFill>
                <a:latin typeface="Courier New"/>
                <a:ea typeface="Courier New"/>
                <a:cs typeface="Courier New"/>
                <a:sym typeface="Courier New"/>
              </a:rPr>
              <a:t>		</a:t>
            </a:r>
            <a:r>
              <a:rPr lang="en-US" sz="2000" b="1">
                <a:solidFill>
                  <a:srgbClr val="00B0F0"/>
                </a:solidFill>
                <a:latin typeface="Courier New"/>
                <a:ea typeface="Courier New"/>
                <a:cs typeface="Courier New"/>
                <a:sym typeface="Courier New"/>
              </a:rPr>
              <a:t>printf(“hello”);</a:t>
            </a:r>
            <a:r>
              <a:rPr lang="en-US" sz="2000" b="1">
                <a:solidFill>
                  <a:schemeClr val="hlink"/>
                </a:solidFill>
                <a:latin typeface="Courier New"/>
                <a:ea typeface="Courier New"/>
                <a:cs typeface="Courier New"/>
                <a:sym typeface="Courier New"/>
              </a:rPr>
              <a:t> </a:t>
            </a:r>
            <a:endParaRPr/>
          </a:p>
          <a:p>
            <a:pPr marL="342900" marR="0" lvl="0" indent="-342900" algn="just" rtl="0">
              <a:lnSpc>
                <a:spcPct val="80000"/>
              </a:lnSpc>
              <a:spcBef>
                <a:spcPts val="788"/>
              </a:spcBef>
              <a:spcAft>
                <a:spcPts val="0"/>
              </a:spcAft>
              <a:buClr>
                <a:srgbClr val="003399"/>
              </a:buClr>
              <a:buSzPts val="2000"/>
              <a:buFont typeface="Noto Sans Symbols"/>
              <a:buNone/>
            </a:pPr>
            <a:r>
              <a:rPr lang="en-US" sz="2000" b="1">
                <a:solidFill>
                  <a:schemeClr val="hlink"/>
                </a:solidFill>
                <a:latin typeface="Courier New"/>
                <a:ea typeface="Courier New"/>
                <a:cs typeface="Courier New"/>
                <a:sym typeface="Courier New"/>
              </a:rPr>
              <a:t>		fork</a:t>
            </a:r>
            <a:r>
              <a:rPr lang="en-US" sz="2000" b="1">
                <a:solidFill>
                  <a:srgbClr val="000000"/>
                </a:solidFill>
                <a:latin typeface="Courier New"/>
                <a:ea typeface="Courier New"/>
                <a:cs typeface="Courier New"/>
                <a:sym typeface="Courier New"/>
              </a:rPr>
              <a:t>();</a:t>
            </a:r>
            <a:endParaRPr sz="2000" b="1">
              <a:solidFill>
                <a:srgbClr val="00B0F0"/>
              </a:solidFill>
              <a:latin typeface="Courier New"/>
              <a:ea typeface="Courier New"/>
              <a:cs typeface="Courier New"/>
              <a:sym typeface="Courier New"/>
            </a:endParaRPr>
          </a:p>
          <a:p>
            <a:pPr marL="342900" marR="0" lvl="0" indent="-342900" algn="just" rtl="0">
              <a:lnSpc>
                <a:spcPct val="80000"/>
              </a:lnSpc>
              <a:spcBef>
                <a:spcPts val="788"/>
              </a:spcBef>
              <a:spcAft>
                <a:spcPts val="0"/>
              </a:spcAft>
              <a:buClr>
                <a:srgbClr val="003399"/>
              </a:buClr>
              <a:buSzPts val="2000"/>
              <a:buFont typeface="Noto Sans Symbols"/>
              <a:buNone/>
            </a:pPr>
            <a:r>
              <a:rPr lang="en-US" sz="2000" b="1">
                <a:solidFill>
                  <a:srgbClr val="00B0F0"/>
                </a:solidFill>
                <a:latin typeface="Courier New"/>
                <a:ea typeface="Courier New"/>
                <a:cs typeface="Courier New"/>
                <a:sym typeface="Courier New"/>
              </a:rPr>
              <a:t>	</a:t>
            </a:r>
            <a:r>
              <a:rPr lang="en-US" sz="2000" b="1">
                <a:solidFill>
                  <a:schemeClr val="dk1"/>
                </a:solidFill>
                <a:latin typeface="Courier New"/>
                <a:ea typeface="Courier New"/>
                <a:cs typeface="Courier New"/>
                <a:sym typeface="Courier New"/>
              </a:rPr>
              <a:t>}else</a:t>
            </a:r>
            <a:endParaRPr/>
          </a:p>
          <a:p>
            <a:pPr marL="342900" marR="0" lvl="0" indent="-342900" algn="just" rtl="0">
              <a:lnSpc>
                <a:spcPct val="80000"/>
              </a:lnSpc>
              <a:spcBef>
                <a:spcPts val="788"/>
              </a:spcBef>
              <a:spcAft>
                <a:spcPts val="0"/>
              </a:spcAft>
              <a:buClr>
                <a:srgbClr val="003399"/>
              </a:buClr>
              <a:buSzPts val="2000"/>
              <a:buFont typeface="Noto Sans Symbols"/>
              <a:buNone/>
            </a:pPr>
            <a:r>
              <a:rPr lang="en-US" sz="2000" b="1">
                <a:solidFill>
                  <a:schemeClr val="dk1"/>
                </a:solidFill>
                <a:latin typeface="Courier New"/>
                <a:ea typeface="Courier New"/>
                <a:cs typeface="Courier New"/>
                <a:sym typeface="Courier New"/>
              </a:rPr>
              <a:t>		</a:t>
            </a:r>
            <a:r>
              <a:rPr lang="en-US" sz="2000" b="1">
                <a:solidFill>
                  <a:schemeClr val="hlink"/>
                </a:solidFill>
                <a:latin typeface="Courier New"/>
                <a:ea typeface="Courier New"/>
                <a:cs typeface="Courier New"/>
                <a:sym typeface="Courier New"/>
              </a:rPr>
              <a:t>fork</a:t>
            </a:r>
            <a:r>
              <a:rPr lang="en-US" sz="2000" b="1">
                <a:solidFill>
                  <a:srgbClr val="000000"/>
                </a:solidFill>
                <a:latin typeface="Courier New"/>
                <a:ea typeface="Courier New"/>
                <a:cs typeface="Courier New"/>
                <a:sym typeface="Courier New"/>
              </a:rPr>
              <a:t>();</a:t>
            </a:r>
            <a:endParaRPr sz="2000" b="1">
              <a:solidFill>
                <a:schemeClr val="dk1"/>
              </a:solidFill>
              <a:latin typeface="Courier New"/>
              <a:ea typeface="Courier New"/>
              <a:cs typeface="Courier New"/>
              <a:sym typeface="Courier New"/>
            </a:endParaRPr>
          </a:p>
          <a:p>
            <a:pPr marL="0" marR="0" lvl="0" indent="0" algn="just" rtl="0">
              <a:lnSpc>
                <a:spcPct val="80000"/>
              </a:lnSpc>
              <a:spcBef>
                <a:spcPts val="788"/>
              </a:spcBef>
              <a:spcAft>
                <a:spcPts val="0"/>
              </a:spcAft>
              <a:buClr>
                <a:srgbClr val="003399"/>
              </a:buClr>
              <a:buSzPts val="2000"/>
              <a:buFont typeface="Noto Sans Symbols"/>
              <a:buNone/>
            </a:pPr>
            <a:r>
              <a:rPr lang="en-US" sz="2000" b="1">
                <a:solidFill>
                  <a:srgbClr val="000000"/>
                </a:solidFill>
                <a:latin typeface="Courier New"/>
                <a:ea typeface="Courier New"/>
                <a:cs typeface="Courier New"/>
                <a:sym typeface="Courier New"/>
              </a:rPr>
              <a:t>	</a:t>
            </a:r>
            <a:r>
              <a:rPr lang="en-US" sz="2000" b="1">
                <a:solidFill>
                  <a:srgbClr val="00B0F0"/>
                </a:solidFill>
                <a:latin typeface="Courier New"/>
                <a:ea typeface="Courier New"/>
                <a:cs typeface="Courier New"/>
                <a:sym typeface="Courier New"/>
              </a:rPr>
              <a:t>printf(“bye”);</a:t>
            </a:r>
            <a:endParaRPr/>
          </a:p>
          <a:p>
            <a:pPr marL="342900" marR="0" lvl="0" indent="-342900" algn="just" rtl="0">
              <a:lnSpc>
                <a:spcPct val="80000"/>
              </a:lnSpc>
              <a:spcBef>
                <a:spcPts val="788"/>
              </a:spcBef>
              <a:spcAft>
                <a:spcPts val="0"/>
              </a:spcAft>
              <a:buClr>
                <a:srgbClr val="003399"/>
              </a:buClr>
              <a:buSzPts val="2000"/>
              <a:buFont typeface="Noto Sans Symbols"/>
              <a:buNone/>
            </a:pPr>
            <a:r>
              <a:rPr lang="en-US" sz="2000" b="1">
                <a:solidFill>
                  <a:srgbClr val="000000"/>
                </a:solidFill>
                <a:latin typeface="Courier New"/>
                <a:ea typeface="Courier New"/>
                <a:cs typeface="Courier New"/>
                <a:sym typeface="Courier New"/>
              </a:rPr>
              <a:t>}</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340"/>
        <p:cNvGrpSpPr/>
        <p:nvPr/>
      </p:nvGrpSpPr>
      <p:grpSpPr>
        <a:xfrm>
          <a:off x="0" y="0"/>
          <a:ext cx="0" cy="0"/>
          <a:chOff x="0" y="0"/>
          <a:chExt cx="0" cy="0"/>
        </a:xfrm>
      </p:grpSpPr>
      <p:sp>
        <p:nvSpPr>
          <p:cNvPr id="1341" name="Google Shape;1341;p64"/>
          <p:cNvSpPr txBox="1">
            <a:spLocks noGrp="1"/>
          </p:cNvSpPr>
          <p:nvPr>
            <p:ph type="sldNum" idx="12"/>
          </p:nvPr>
        </p:nvSpPr>
        <p:spPr>
          <a:xfrm>
            <a:off x="58527" y="6566400"/>
            <a:ext cx="291600" cy="2916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64</a:t>
            </a:fld>
            <a:endParaRPr/>
          </a:p>
        </p:txBody>
      </p:sp>
      <p:sp>
        <p:nvSpPr>
          <p:cNvPr id="1342" name="Google Shape;1342;p64"/>
          <p:cNvSpPr txBox="1">
            <a:spLocks noGrp="1"/>
          </p:cNvSpPr>
          <p:nvPr>
            <p:ph type="body" idx="2"/>
          </p:nvPr>
        </p:nvSpPr>
        <p:spPr>
          <a:xfrm>
            <a:off x="4859729" y="734646"/>
            <a:ext cx="2714625" cy="457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3200"/>
              <a:buNone/>
            </a:pPr>
            <a:r>
              <a:rPr lang="en-US" sz="3200"/>
              <a:t>THẢO LUẬN</a:t>
            </a:r>
            <a:endParaRPr/>
          </a:p>
        </p:txBody>
      </p:sp>
      <p:sp>
        <p:nvSpPr>
          <p:cNvPr id="1343" name="Google Shape;1343;p64"/>
          <p:cNvSpPr txBox="1">
            <a:spLocks noGrp="1"/>
          </p:cNvSpPr>
          <p:nvPr>
            <p:ph type="ftr" idx="11"/>
          </p:nvPr>
        </p:nvSpPr>
        <p:spPr>
          <a:xfrm>
            <a:off x="3465443" y="6466114"/>
            <a:ext cx="5261114" cy="25536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Thực hiện bởi Trường Đại học Công nghệ Thông tin, ĐHQG-HCM</a:t>
            </a:r>
            <a:endParaRPr/>
          </a:p>
        </p:txBody>
      </p:sp>
      <p:pic>
        <p:nvPicPr>
          <p:cNvPr id="1344" name="Google Shape;1344;p64" descr="Graph and note paper with pencils"/>
          <p:cNvPicPr preferRelativeResize="0"/>
          <p:nvPr/>
        </p:nvPicPr>
        <p:blipFill rotWithShape="1">
          <a:blip r:embed="rId3">
            <a:alphaModFix/>
          </a:blip>
          <a:srcRect/>
          <a:stretch/>
        </p:blipFill>
        <p:spPr>
          <a:xfrm>
            <a:off x="3962400" y="1720780"/>
            <a:ext cx="4267200" cy="42672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UIT Pallete">
      <a:dk1>
        <a:srgbClr val="2A2F4F"/>
      </a:dk1>
      <a:lt1>
        <a:srgbClr val="FFFFFF"/>
      </a:lt1>
      <a:dk2>
        <a:srgbClr val="1C305E"/>
      </a:dk2>
      <a:lt2>
        <a:srgbClr val="E7E6E6"/>
      </a:lt2>
      <a:accent1>
        <a:srgbClr val="0071FF"/>
      </a:accent1>
      <a:accent2>
        <a:srgbClr val="FAAB78"/>
      </a:accent2>
      <a:accent3>
        <a:srgbClr val="EC7171"/>
      </a:accent3>
      <a:accent4>
        <a:srgbClr val="FFCD38"/>
      </a:accent4>
      <a:accent5>
        <a:srgbClr val="4700D8"/>
      </a:accent5>
      <a:accent6>
        <a:srgbClr val="41855B"/>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4436</Words>
  <Application>Microsoft Office PowerPoint</Application>
  <PresentationFormat>Widescreen</PresentationFormat>
  <Paragraphs>677</Paragraphs>
  <Slides>64</Slides>
  <Notes>64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64</vt:i4>
      </vt:variant>
    </vt:vector>
  </HeadingPairs>
  <TitlesOfParts>
    <vt:vector size="72" baseType="lpstr">
      <vt:lpstr>Noto Sans Symbols</vt:lpstr>
      <vt:lpstr>Arial</vt:lpstr>
      <vt:lpstr>Calibri</vt:lpstr>
      <vt:lpstr>Comic Sans MS</vt:lpstr>
      <vt:lpstr>Courier New</vt:lpstr>
      <vt:lpstr>Times New Roman</vt:lpstr>
      <vt:lpstr>Office Theme</vt:lpstr>
      <vt:lpstr>Adobe.Illustrator.7</vt:lpstr>
      <vt:lpstr>PowerPoint Presentation</vt:lpstr>
      <vt:lpstr>PowerPoint Presentation</vt:lpstr>
      <vt:lpstr>PowerPoint Presentation</vt:lpstr>
      <vt:lpstr>PowerPoint Presentation</vt:lpstr>
      <vt:lpstr>1. Khái niệm cơ bản</vt:lpstr>
      <vt:lpstr>1. Khái niệm cơ bản</vt:lpstr>
      <vt:lpstr>1. Khái niệm cơ bản</vt:lpstr>
      <vt:lpstr>Layout bộ nhớ của một chương trình C</vt:lpstr>
      <vt:lpstr>1. Khái niệm cơ bản</vt:lpstr>
      <vt:lpstr>PowerPoint Presentation</vt:lpstr>
      <vt:lpstr>2. Trạng thái tiến trình</vt:lpstr>
      <vt:lpstr>2. Trạng thái tiến trình</vt:lpstr>
      <vt:lpstr>2. Trạng thái tiến trình</vt:lpstr>
      <vt:lpstr>2. Trạng thái tiến trình</vt:lpstr>
      <vt:lpstr>PowerPoint Presentation</vt:lpstr>
      <vt:lpstr>3. Process Control Block</vt:lpstr>
      <vt:lpstr>PowerPoint Presentation</vt:lpstr>
      <vt:lpstr>4. Định thời tiến trình</vt:lpstr>
      <vt:lpstr>4. Định thời tiến trình</vt:lpstr>
      <vt:lpstr>4. Định thời tiến trình</vt:lpstr>
      <vt:lpstr>PowerPoint Presentation</vt:lpstr>
      <vt:lpstr>4.1. Các hàng đợi định thời </vt:lpstr>
      <vt:lpstr>4.1. Các hàng đợi định thời</vt:lpstr>
      <vt:lpstr>PowerPoint Presentation</vt:lpstr>
      <vt:lpstr>4.2. Bộ định thời</vt:lpstr>
      <vt:lpstr>4.2. Bộ định thời</vt:lpstr>
      <vt:lpstr>4.2. Bộ định thời</vt:lpstr>
      <vt:lpstr>PowerPoint Presentation</vt:lpstr>
      <vt:lpstr>5. Các tác vụ đối với tiến trình</vt:lpstr>
      <vt:lpstr>5. Các tác vụ đối với tiến trình</vt:lpstr>
      <vt:lpstr>5. Các tác vụ đối với tiến trình</vt:lpstr>
      <vt:lpstr>5. Các tác vụ đối với tiến trình</vt:lpstr>
      <vt:lpstr>5. Các tác vụ đối với tiến trình</vt:lpstr>
      <vt:lpstr>5. Các tác vụ đối với tiến trình</vt:lpstr>
      <vt:lpstr>5. Các tác vụ đối với tiến trình</vt:lpstr>
      <vt:lpstr>5. Các tác vụ đối với tiến trình</vt:lpstr>
      <vt:lpstr>5. Các tác vụ đối với tiến trình</vt:lpstr>
      <vt:lpstr>5. Các tác vụ đối với tiến trình</vt:lpstr>
      <vt:lpstr>PowerPoint Presentation</vt:lpstr>
      <vt:lpstr>6. Cộng tác giữa các tiến trình</vt:lpstr>
      <vt:lpstr>PowerPoint Presentation</vt:lpstr>
      <vt:lpstr>6.1. Giao tiếp liên tiến trình (IPC)</vt:lpstr>
      <vt:lpstr>6.1. Giao tiếp liên tiến trình (IPC)</vt:lpstr>
      <vt:lpstr>PowerPoint Presentation</vt:lpstr>
      <vt:lpstr>6.2. Bộ nhớ được chia sẻ - Shared memory</vt:lpstr>
      <vt:lpstr>PowerPoint Presentation</vt:lpstr>
      <vt:lpstr>6.3. Hệ thống truyền thông điệp - Message passing</vt:lpstr>
      <vt:lpstr>6.3. Hệ thống truyền thông điệp - Message passing</vt:lpstr>
      <vt:lpstr>PowerPoint Presentation</vt:lpstr>
      <vt:lpstr>7.1. Tổng quan về tiểu trình</vt:lpstr>
      <vt:lpstr>7.1. Tổng quan về tiểu trình</vt:lpstr>
      <vt:lpstr>7.1. Tổng quan về tiểu trình</vt:lpstr>
      <vt:lpstr>7.1. Tổng quan về tiểu trình</vt:lpstr>
      <vt:lpstr>7.1. Tổng quan về tiểu trình</vt:lpstr>
      <vt:lpstr>PowerPoint Presentation</vt:lpstr>
      <vt:lpstr>7.2. Các mô hình đa tiểu trình</vt:lpstr>
      <vt:lpstr>7.2. Các mô hình đa tiểu trình</vt:lpstr>
      <vt:lpstr>7.2. Các mô hình đa tiểu trình</vt:lpstr>
      <vt:lpstr>7.2. Các mô hình đa tiểu trình</vt:lpstr>
      <vt:lpstr>Tóm tắt lại nội dung buổi học</vt:lpstr>
      <vt:lpstr>Câu hỏi ôn tập chương 3</vt:lpstr>
      <vt:lpstr>Câu hỏi ôn tập chương 3 (tt)</vt:lpstr>
      <vt:lpstr>Câu hỏi ôn tập chương 3 (tt)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Trần Hoàng Lộc</dc:creator>
  <cp:lastModifiedBy>Nguyen Luong</cp:lastModifiedBy>
  <cp:revision>1</cp:revision>
  <dcterms:created xsi:type="dcterms:W3CDTF">2023-03-03T01:55:04Z</dcterms:created>
  <dcterms:modified xsi:type="dcterms:W3CDTF">2025-09-25T08:22:49Z</dcterms:modified>
</cp:coreProperties>
</file>